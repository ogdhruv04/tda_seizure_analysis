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Montserrat SemiBold"/>
      <p:regular r:id="rId23"/>
      <p:bold r:id="rId24"/>
      <p:italic r:id="rId25"/>
      <p:boldItalic r:id="rId26"/>
    </p:embeddedFont>
    <p:embeddedFont>
      <p:font typeface="Raleway"/>
      <p:regular r:id="rId27"/>
      <p:bold r:id="rId28"/>
      <p:italic r:id="rId29"/>
      <p:boldItalic r:id="rId30"/>
    </p:embeddedFont>
    <p:embeddedFont>
      <p:font typeface="Caveat"/>
      <p:regular r:id="rId31"/>
      <p:bold r:id="rId32"/>
    </p:embeddedFont>
    <p:embeddedFont>
      <p:font typeface="Montserrat"/>
      <p:regular r:id="rId33"/>
      <p:bold r:id="rId34"/>
      <p:italic r:id="rId35"/>
      <p:boldItalic r:id="rId36"/>
    </p:embeddedFont>
    <p:embeddedFont>
      <p:font typeface="Questrial"/>
      <p:regular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5.xml"/><Relationship Id="rId41"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SemiBold-bold.fntdata"/><Relationship Id="rId23" Type="http://schemas.openxmlformats.org/officeDocument/2006/relationships/font" Target="fonts/Montserrat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SemiBold-boldItalic.fntdata"/><Relationship Id="rId25" Type="http://schemas.openxmlformats.org/officeDocument/2006/relationships/font" Target="fonts/MontserratSemiBold-italic.fntdata"/><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veat-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font" Target="fonts/Caveat-bold.fntdata"/><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Questrial-regular.fntdata"/><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Open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2126a3bec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2126a3bec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84cdae4bf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a84cdae4bf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84cdae4bf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84cdae4bf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990160fe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990160fe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84cdae4bf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a84cdae4bf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a84cdae4bf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a84cdae4bf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92bfc5f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a92bfc5f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a92bfc5f2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a92bfc5f2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92bfc5f2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a92bfc5f2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a92bfc5f2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a92bfc5f2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92bfc5f2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92bfc5f2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a949016a3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a949016a3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949016a3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949016a3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a949016a3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a949016a3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949016a3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a949016a3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1fba705b9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1fba705b9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586100" y="1174625"/>
            <a:ext cx="5971800" cy="21576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2392500" y="3394525"/>
            <a:ext cx="4359000" cy="409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124700" y="-71575"/>
            <a:ext cx="9490475" cy="5267200"/>
            <a:chOff x="-124700" y="-71575"/>
            <a:chExt cx="9490475" cy="5267200"/>
          </a:xfrm>
        </p:grpSpPr>
        <p:grpSp>
          <p:nvGrpSpPr>
            <p:cNvPr id="12" name="Google Shape;12;p2"/>
            <p:cNvGrpSpPr/>
            <p:nvPr/>
          </p:nvGrpSpPr>
          <p:grpSpPr>
            <a:xfrm>
              <a:off x="1612875" y="1708125"/>
              <a:ext cx="7752900" cy="3487500"/>
              <a:chOff x="1612875" y="1708125"/>
              <a:chExt cx="7752900" cy="3487500"/>
            </a:xfrm>
          </p:grpSpPr>
          <p:cxnSp>
            <p:nvCxnSpPr>
              <p:cNvPr id="13" name="Google Shape;13;p2"/>
              <p:cNvCxnSpPr/>
              <p:nvPr/>
            </p:nvCxnSpPr>
            <p:spPr>
              <a:xfrm>
                <a:off x="8441900" y="1708125"/>
                <a:ext cx="0" cy="3487500"/>
              </a:xfrm>
              <a:prstGeom prst="straightConnector1">
                <a:avLst/>
              </a:prstGeom>
              <a:noFill/>
              <a:ln cap="flat" cmpd="sng" w="19050">
                <a:solidFill>
                  <a:schemeClr val="dk2"/>
                </a:solidFill>
                <a:prstDash val="solid"/>
                <a:round/>
                <a:headEnd len="med" w="med" type="none"/>
                <a:tailEnd len="med" w="med" type="none"/>
              </a:ln>
            </p:spPr>
          </p:cxnSp>
          <p:cxnSp>
            <p:nvCxnSpPr>
              <p:cNvPr id="14" name="Google Shape;14;p2"/>
              <p:cNvCxnSpPr/>
              <p:nvPr/>
            </p:nvCxnSpPr>
            <p:spPr>
              <a:xfrm>
                <a:off x="8763225" y="1708125"/>
                <a:ext cx="0" cy="3487500"/>
              </a:xfrm>
              <a:prstGeom prst="straightConnector1">
                <a:avLst/>
              </a:prstGeom>
              <a:noFill/>
              <a:ln cap="flat" cmpd="sng" w="19050">
                <a:solidFill>
                  <a:schemeClr val="dk2"/>
                </a:solidFill>
                <a:prstDash val="solid"/>
                <a:round/>
                <a:headEnd len="med" w="med" type="none"/>
                <a:tailEnd len="med" w="med" type="none"/>
              </a:ln>
            </p:spPr>
          </p:cxnSp>
          <p:cxnSp>
            <p:nvCxnSpPr>
              <p:cNvPr id="15" name="Google Shape;15;p2"/>
              <p:cNvCxnSpPr/>
              <p:nvPr/>
            </p:nvCxnSpPr>
            <p:spPr>
              <a:xfrm rot="10800000">
                <a:off x="1612875" y="4604000"/>
                <a:ext cx="7752900" cy="0"/>
              </a:xfrm>
              <a:prstGeom prst="straightConnector1">
                <a:avLst/>
              </a:prstGeom>
              <a:noFill/>
              <a:ln cap="flat" cmpd="sng" w="19050">
                <a:solidFill>
                  <a:schemeClr val="dk2"/>
                </a:solidFill>
                <a:prstDash val="solid"/>
                <a:round/>
                <a:headEnd len="med" w="med" type="none"/>
                <a:tailEnd len="med" w="med" type="none"/>
              </a:ln>
            </p:spPr>
          </p:cxnSp>
        </p:grpSp>
        <p:grpSp>
          <p:nvGrpSpPr>
            <p:cNvPr id="16" name="Google Shape;16;p2"/>
            <p:cNvGrpSpPr/>
            <p:nvPr/>
          </p:nvGrpSpPr>
          <p:grpSpPr>
            <a:xfrm>
              <a:off x="-124700" y="-71575"/>
              <a:ext cx="7746900" cy="3813300"/>
              <a:chOff x="-124700" y="-71575"/>
              <a:chExt cx="7746900" cy="3813300"/>
            </a:xfrm>
          </p:grpSpPr>
          <p:cxnSp>
            <p:nvCxnSpPr>
              <p:cNvPr id="17" name="Google Shape;17;p2"/>
              <p:cNvCxnSpPr/>
              <p:nvPr/>
            </p:nvCxnSpPr>
            <p:spPr>
              <a:xfrm>
                <a:off x="380763" y="-71575"/>
                <a:ext cx="0" cy="3813300"/>
              </a:xfrm>
              <a:prstGeom prst="straightConnector1">
                <a:avLst/>
              </a:prstGeom>
              <a:noFill/>
              <a:ln cap="flat" cmpd="sng" w="19050">
                <a:solidFill>
                  <a:schemeClr val="dk2"/>
                </a:solidFill>
                <a:prstDash val="solid"/>
                <a:round/>
                <a:headEnd len="med" w="med" type="none"/>
                <a:tailEnd len="med" w="med" type="none"/>
              </a:ln>
            </p:spPr>
          </p:cxnSp>
          <p:cxnSp>
            <p:nvCxnSpPr>
              <p:cNvPr id="18" name="Google Shape;18;p2"/>
              <p:cNvCxnSpPr/>
              <p:nvPr/>
            </p:nvCxnSpPr>
            <p:spPr>
              <a:xfrm>
                <a:off x="702088" y="-71575"/>
                <a:ext cx="0" cy="3813300"/>
              </a:xfrm>
              <a:prstGeom prst="straightConnector1">
                <a:avLst/>
              </a:prstGeom>
              <a:noFill/>
              <a:ln cap="flat" cmpd="sng" w="19050">
                <a:solidFill>
                  <a:schemeClr val="dk2"/>
                </a:solidFill>
                <a:prstDash val="solid"/>
                <a:round/>
                <a:headEnd len="med" w="med" type="none"/>
                <a:tailEnd len="med" w="med" type="none"/>
              </a:ln>
            </p:spPr>
          </p:cxnSp>
          <p:cxnSp>
            <p:nvCxnSpPr>
              <p:cNvPr id="19" name="Google Shape;19;p2"/>
              <p:cNvCxnSpPr/>
              <p:nvPr/>
            </p:nvCxnSpPr>
            <p:spPr>
              <a:xfrm rot="10800000">
                <a:off x="-124700" y="539500"/>
                <a:ext cx="7746900" cy="0"/>
              </a:xfrm>
              <a:prstGeom prst="straightConnector1">
                <a:avLst/>
              </a:prstGeom>
              <a:noFill/>
              <a:ln cap="flat" cmpd="sng" w="19050">
                <a:solidFill>
                  <a:schemeClr val="dk2"/>
                </a:solidFill>
                <a:prstDash val="solid"/>
                <a:round/>
                <a:headEnd len="med" w="med" type="none"/>
                <a:tailEnd len="med" w="med" type="none"/>
              </a:ln>
            </p:spPr>
          </p:cxnSp>
        </p:grpSp>
      </p:grpSp>
      <p:grpSp>
        <p:nvGrpSpPr>
          <p:cNvPr id="20" name="Google Shape;20;p2"/>
          <p:cNvGrpSpPr/>
          <p:nvPr/>
        </p:nvGrpSpPr>
        <p:grpSpPr>
          <a:xfrm>
            <a:off x="157275" y="462550"/>
            <a:ext cx="8919625" cy="4218400"/>
            <a:chOff x="157275" y="462550"/>
            <a:chExt cx="8919625" cy="4218400"/>
          </a:xfrm>
        </p:grpSpPr>
        <p:grpSp>
          <p:nvGrpSpPr>
            <p:cNvPr id="21" name="Google Shape;21;p2"/>
            <p:cNvGrpSpPr/>
            <p:nvPr/>
          </p:nvGrpSpPr>
          <p:grpSpPr>
            <a:xfrm>
              <a:off x="7784650" y="462550"/>
              <a:ext cx="1292250" cy="153900"/>
              <a:chOff x="7784650" y="462550"/>
              <a:chExt cx="1292250" cy="153900"/>
            </a:xfrm>
          </p:grpSpPr>
          <p:sp>
            <p:nvSpPr>
              <p:cNvPr id="22" name="Google Shape;22;p2"/>
              <p:cNvSpPr/>
              <p:nvPr/>
            </p:nvSpPr>
            <p:spPr>
              <a:xfrm>
                <a:off x="7784650" y="462550"/>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3" name="Google Shape;23;p2"/>
              <p:cNvSpPr/>
              <p:nvPr/>
            </p:nvSpPr>
            <p:spPr>
              <a:xfrm>
                <a:off x="8353825" y="46255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4" name="Google Shape;24;p2"/>
              <p:cNvSpPr/>
              <p:nvPr/>
            </p:nvSpPr>
            <p:spPr>
              <a:xfrm>
                <a:off x="8923000" y="4625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25" name="Google Shape;25;p2"/>
            <p:cNvGrpSpPr/>
            <p:nvPr/>
          </p:nvGrpSpPr>
          <p:grpSpPr>
            <a:xfrm>
              <a:off x="157275" y="4527050"/>
              <a:ext cx="1292250" cy="153900"/>
              <a:chOff x="157275" y="4527050"/>
              <a:chExt cx="1292250" cy="153900"/>
            </a:xfrm>
          </p:grpSpPr>
          <p:sp>
            <p:nvSpPr>
              <p:cNvPr id="26" name="Google Shape;26;p2"/>
              <p:cNvSpPr/>
              <p:nvPr/>
            </p:nvSpPr>
            <p:spPr>
              <a:xfrm>
                <a:off x="157275" y="4527050"/>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7" name="Google Shape;27;p2"/>
              <p:cNvSpPr/>
              <p:nvPr/>
            </p:nvSpPr>
            <p:spPr>
              <a:xfrm>
                <a:off x="726450" y="452705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8" name="Google Shape;28;p2"/>
              <p:cNvSpPr/>
              <p:nvPr/>
            </p:nvSpPr>
            <p:spPr>
              <a:xfrm>
                <a:off x="1295625" y="45270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3"/>
          <p:cNvSpPr txBox="1"/>
          <p:nvPr>
            <p:ph type="title"/>
          </p:nvPr>
        </p:nvSpPr>
        <p:spPr>
          <a:xfrm>
            <a:off x="1065000" y="2655700"/>
            <a:ext cx="7014000" cy="56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 name="Google Shape;31;p3"/>
          <p:cNvSpPr txBox="1"/>
          <p:nvPr>
            <p:ph hasCustomPrompt="1" idx="2" type="title"/>
          </p:nvPr>
        </p:nvSpPr>
        <p:spPr>
          <a:xfrm>
            <a:off x="3956700" y="1286925"/>
            <a:ext cx="1230600" cy="1230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61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32" name="Google Shape;32;p3"/>
          <p:cNvSpPr txBox="1"/>
          <p:nvPr>
            <p:ph idx="1" type="subTitle"/>
          </p:nvPr>
        </p:nvSpPr>
        <p:spPr>
          <a:xfrm>
            <a:off x="1065000" y="3333250"/>
            <a:ext cx="7014000" cy="38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3" name="Google Shape;33;p3"/>
          <p:cNvGrpSpPr/>
          <p:nvPr/>
        </p:nvGrpSpPr>
        <p:grpSpPr>
          <a:xfrm>
            <a:off x="-207850" y="-538900"/>
            <a:ext cx="9592150" cy="6070050"/>
            <a:chOff x="-207850" y="-538900"/>
            <a:chExt cx="9592150" cy="6070050"/>
          </a:xfrm>
        </p:grpSpPr>
        <p:grpSp>
          <p:nvGrpSpPr>
            <p:cNvPr id="34" name="Google Shape;34;p3"/>
            <p:cNvGrpSpPr/>
            <p:nvPr/>
          </p:nvGrpSpPr>
          <p:grpSpPr>
            <a:xfrm>
              <a:off x="5134800" y="-538900"/>
              <a:ext cx="4249500" cy="4014900"/>
              <a:chOff x="5134800" y="-538900"/>
              <a:chExt cx="4249500" cy="4014900"/>
            </a:xfrm>
          </p:grpSpPr>
          <p:cxnSp>
            <p:nvCxnSpPr>
              <p:cNvPr id="35" name="Google Shape;35;p3"/>
              <p:cNvCxnSpPr/>
              <p:nvPr/>
            </p:nvCxnSpPr>
            <p:spPr>
              <a:xfrm rot="10800000">
                <a:off x="5134800" y="485900"/>
                <a:ext cx="4249500" cy="0"/>
              </a:xfrm>
              <a:prstGeom prst="straightConnector1">
                <a:avLst/>
              </a:prstGeom>
              <a:noFill/>
              <a:ln cap="flat" cmpd="sng" w="19050">
                <a:solidFill>
                  <a:srgbClr val="C0B39D"/>
                </a:solidFill>
                <a:prstDash val="solid"/>
                <a:round/>
                <a:headEnd len="med" w="med" type="none"/>
                <a:tailEnd len="med" w="med" type="none"/>
              </a:ln>
            </p:spPr>
          </p:cxnSp>
          <p:cxnSp>
            <p:nvCxnSpPr>
              <p:cNvPr id="36" name="Google Shape;36;p3"/>
              <p:cNvCxnSpPr/>
              <p:nvPr/>
            </p:nvCxnSpPr>
            <p:spPr>
              <a:xfrm rot="10800000">
                <a:off x="8699100" y="-538900"/>
                <a:ext cx="0" cy="4014900"/>
              </a:xfrm>
              <a:prstGeom prst="straightConnector1">
                <a:avLst/>
              </a:prstGeom>
              <a:noFill/>
              <a:ln cap="flat" cmpd="sng" w="19050">
                <a:solidFill>
                  <a:srgbClr val="C0B39D"/>
                </a:solidFill>
                <a:prstDash val="solid"/>
                <a:round/>
                <a:headEnd len="med" w="med" type="none"/>
                <a:tailEnd len="med" w="med" type="none"/>
              </a:ln>
            </p:spPr>
          </p:cxnSp>
        </p:grpSp>
        <p:grpSp>
          <p:nvGrpSpPr>
            <p:cNvPr id="37" name="Google Shape;37;p3"/>
            <p:cNvGrpSpPr/>
            <p:nvPr/>
          </p:nvGrpSpPr>
          <p:grpSpPr>
            <a:xfrm rot="10800000">
              <a:off x="-207850" y="1516250"/>
              <a:ext cx="4249500" cy="4014900"/>
              <a:chOff x="5134800" y="-538900"/>
              <a:chExt cx="4249500" cy="4014900"/>
            </a:xfrm>
          </p:grpSpPr>
          <p:cxnSp>
            <p:nvCxnSpPr>
              <p:cNvPr id="38" name="Google Shape;38;p3"/>
              <p:cNvCxnSpPr/>
              <p:nvPr/>
            </p:nvCxnSpPr>
            <p:spPr>
              <a:xfrm rot="10800000">
                <a:off x="5134800" y="485900"/>
                <a:ext cx="4249500" cy="0"/>
              </a:xfrm>
              <a:prstGeom prst="straightConnector1">
                <a:avLst/>
              </a:prstGeom>
              <a:noFill/>
              <a:ln cap="flat" cmpd="sng" w="19050">
                <a:solidFill>
                  <a:srgbClr val="C0B39D"/>
                </a:solidFill>
                <a:prstDash val="solid"/>
                <a:round/>
                <a:headEnd len="med" w="med" type="none"/>
                <a:tailEnd len="med" w="med" type="none"/>
              </a:ln>
            </p:spPr>
          </p:cxnSp>
          <p:cxnSp>
            <p:nvCxnSpPr>
              <p:cNvPr id="39" name="Google Shape;39;p3"/>
              <p:cNvCxnSpPr/>
              <p:nvPr/>
            </p:nvCxnSpPr>
            <p:spPr>
              <a:xfrm rot="10800000">
                <a:off x="8699100" y="-538900"/>
                <a:ext cx="0" cy="4014900"/>
              </a:xfrm>
              <a:prstGeom prst="straightConnector1">
                <a:avLst/>
              </a:prstGeom>
              <a:noFill/>
              <a:ln cap="flat" cmpd="sng" w="19050">
                <a:solidFill>
                  <a:srgbClr val="C0B39D"/>
                </a:solidFill>
                <a:prstDash val="solid"/>
                <a:round/>
                <a:headEnd len="med" w="med" type="none"/>
                <a:tailEnd len="med" w="med" type="none"/>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0" name="Shape 40"/>
        <p:cNvGrpSpPr/>
        <p:nvPr/>
      </p:nvGrpSpPr>
      <p:grpSpPr>
        <a:xfrm>
          <a:off x="0" y="0"/>
          <a:ext cx="0" cy="0"/>
          <a:chOff x="0" y="0"/>
          <a:chExt cx="0" cy="0"/>
        </a:xfrm>
      </p:grpSpPr>
      <p:sp>
        <p:nvSpPr>
          <p:cNvPr id="41" name="Google Shape;41;p4"/>
          <p:cNvSpPr txBox="1"/>
          <p:nvPr>
            <p:ph type="title"/>
          </p:nvPr>
        </p:nvSpPr>
        <p:spPr>
          <a:xfrm>
            <a:off x="803150" y="962125"/>
            <a:ext cx="4046700" cy="5571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2" name="Google Shape;42;p4"/>
          <p:cNvSpPr txBox="1"/>
          <p:nvPr>
            <p:ph idx="1" type="body"/>
          </p:nvPr>
        </p:nvSpPr>
        <p:spPr>
          <a:xfrm>
            <a:off x="803150" y="1519225"/>
            <a:ext cx="4046700" cy="2796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100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grpSp>
        <p:nvGrpSpPr>
          <p:cNvPr id="43" name="Google Shape;43;p4"/>
          <p:cNvGrpSpPr/>
          <p:nvPr/>
        </p:nvGrpSpPr>
        <p:grpSpPr>
          <a:xfrm>
            <a:off x="812575" y="218075"/>
            <a:ext cx="7697975" cy="4731800"/>
            <a:chOff x="812575" y="218075"/>
            <a:chExt cx="7697975" cy="4731800"/>
          </a:xfrm>
        </p:grpSpPr>
        <p:grpSp>
          <p:nvGrpSpPr>
            <p:cNvPr id="44" name="Google Shape;44;p4"/>
            <p:cNvGrpSpPr/>
            <p:nvPr/>
          </p:nvGrpSpPr>
          <p:grpSpPr>
            <a:xfrm>
              <a:off x="7218300" y="4795975"/>
              <a:ext cx="1292250" cy="153900"/>
              <a:chOff x="7218300" y="4795975"/>
              <a:chExt cx="1292250" cy="153900"/>
            </a:xfrm>
          </p:grpSpPr>
          <p:sp>
            <p:nvSpPr>
              <p:cNvPr id="45" name="Google Shape;45;p4"/>
              <p:cNvSpPr/>
              <p:nvPr/>
            </p:nvSpPr>
            <p:spPr>
              <a:xfrm flipH="1">
                <a:off x="8356650" y="479597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46" name="Google Shape;46;p4"/>
              <p:cNvSpPr/>
              <p:nvPr/>
            </p:nvSpPr>
            <p:spPr>
              <a:xfrm flipH="1">
                <a:off x="7787475" y="4795975"/>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47" name="Google Shape;47;p4"/>
              <p:cNvSpPr/>
              <p:nvPr/>
            </p:nvSpPr>
            <p:spPr>
              <a:xfrm flipH="1">
                <a:off x="7218300" y="479597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48" name="Google Shape;48;p4"/>
            <p:cNvGrpSpPr/>
            <p:nvPr/>
          </p:nvGrpSpPr>
          <p:grpSpPr>
            <a:xfrm>
              <a:off x="812575" y="218075"/>
              <a:ext cx="1292250" cy="153900"/>
              <a:chOff x="812575" y="218075"/>
              <a:chExt cx="1292250" cy="153900"/>
            </a:xfrm>
          </p:grpSpPr>
          <p:sp>
            <p:nvSpPr>
              <p:cNvPr id="49" name="Google Shape;49;p4"/>
              <p:cNvSpPr/>
              <p:nvPr/>
            </p:nvSpPr>
            <p:spPr>
              <a:xfrm flipH="1">
                <a:off x="1950925" y="21807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0" name="Google Shape;50;p4"/>
              <p:cNvSpPr/>
              <p:nvPr/>
            </p:nvSpPr>
            <p:spPr>
              <a:xfrm flipH="1">
                <a:off x="1381750" y="218075"/>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1" name="Google Shape;51;p4"/>
              <p:cNvSpPr/>
              <p:nvPr/>
            </p:nvSpPr>
            <p:spPr>
              <a:xfrm flipH="1">
                <a:off x="812575" y="21807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grpSp>
        <p:nvGrpSpPr>
          <p:cNvPr id="52" name="Google Shape;52;p4"/>
          <p:cNvGrpSpPr/>
          <p:nvPr/>
        </p:nvGrpSpPr>
        <p:grpSpPr>
          <a:xfrm>
            <a:off x="254000" y="490746"/>
            <a:ext cx="8715775" cy="4180604"/>
            <a:chOff x="254000" y="490746"/>
            <a:chExt cx="8715775" cy="4180604"/>
          </a:xfrm>
        </p:grpSpPr>
        <p:cxnSp>
          <p:nvCxnSpPr>
            <p:cNvPr id="53" name="Google Shape;53;p4"/>
            <p:cNvCxnSpPr/>
            <p:nvPr/>
          </p:nvCxnSpPr>
          <p:spPr>
            <a:xfrm rot="10800000">
              <a:off x="6759075" y="4671350"/>
              <a:ext cx="2210700" cy="0"/>
            </a:xfrm>
            <a:prstGeom prst="straightConnector1">
              <a:avLst/>
            </a:prstGeom>
            <a:noFill/>
            <a:ln cap="flat" cmpd="sng" w="19050">
              <a:solidFill>
                <a:schemeClr val="dk2"/>
              </a:solidFill>
              <a:prstDash val="solid"/>
              <a:round/>
              <a:headEnd len="med" w="med" type="none"/>
              <a:tailEnd len="med" w="med" type="none"/>
            </a:ln>
          </p:spPr>
        </p:cxnSp>
        <p:cxnSp>
          <p:nvCxnSpPr>
            <p:cNvPr id="54" name="Google Shape;54;p4"/>
            <p:cNvCxnSpPr/>
            <p:nvPr/>
          </p:nvCxnSpPr>
          <p:spPr>
            <a:xfrm rot="10800000">
              <a:off x="254000" y="490746"/>
              <a:ext cx="2210700" cy="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p5"/>
          <p:cNvSpPr txBox="1"/>
          <p:nvPr>
            <p:ph idx="1" type="subTitle"/>
          </p:nvPr>
        </p:nvSpPr>
        <p:spPr>
          <a:xfrm>
            <a:off x="1428900" y="1940800"/>
            <a:ext cx="2352000" cy="356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57" name="Google Shape;57;p5"/>
          <p:cNvSpPr txBox="1"/>
          <p:nvPr>
            <p:ph idx="2" type="subTitle"/>
          </p:nvPr>
        </p:nvSpPr>
        <p:spPr>
          <a:xfrm>
            <a:off x="1428900" y="3114425"/>
            <a:ext cx="2352000" cy="356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58" name="Google Shape;58;p5"/>
          <p:cNvSpPr txBox="1"/>
          <p:nvPr>
            <p:ph idx="3" type="subTitle"/>
          </p:nvPr>
        </p:nvSpPr>
        <p:spPr>
          <a:xfrm>
            <a:off x="1428900" y="2297500"/>
            <a:ext cx="23520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 name="Google Shape;59;p5"/>
          <p:cNvSpPr txBox="1"/>
          <p:nvPr>
            <p:ph idx="4" type="subTitle"/>
          </p:nvPr>
        </p:nvSpPr>
        <p:spPr>
          <a:xfrm>
            <a:off x="1428900" y="3471125"/>
            <a:ext cx="23520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0" name="Google Shape;60;p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61" name="Google Shape;61;p5"/>
          <p:cNvGrpSpPr/>
          <p:nvPr/>
        </p:nvGrpSpPr>
        <p:grpSpPr>
          <a:xfrm flipH="1">
            <a:off x="-207850" y="-538900"/>
            <a:ext cx="9592150" cy="6070050"/>
            <a:chOff x="-207850" y="-538900"/>
            <a:chExt cx="9592150" cy="6070050"/>
          </a:xfrm>
        </p:grpSpPr>
        <p:grpSp>
          <p:nvGrpSpPr>
            <p:cNvPr id="62" name="Google Shape;62;p5"/>
            <p:cNvGrpSpPr/>
            <p:nvPr/>
          </p:nvGrpSpPr>
          <p:grpSpPr>
            <a:xfrm>
              <a:off x="5134800" y="-538900"/>
              <a:ext cx="4249500" cy="4014900"/>
              <a:chOff x="5134800" y="-538900"/>
              <a:chExt cx="4249500" cy="4014900"/>
            </a:xfrm>
          </p:grpSpPr>
          <p:cxnSp>
            <p:nvCxnSpPr>
              <p:cNvPr id="63" name="Google Shape;63;p5"/>
              <p:cNvCxnSpPr/>
              <p:nvPr/>
            </p:nvCxnSpPr>
            <p:spPr>
              <a:xfrm rot="10800000">
                <a:off x="5134800" y="485900"/>
                <a:ext cx="4249500" cy="0"/>
              </a:xfrm>
              <a:prstGeom prst="straightConnector1">
                <a:avLst/>
              </a:prstGeom>
              <a:noFill/>
              <a:ln cap="flat" cmpd="sng" w="19050">
                <a:solidFill>
                  <a:srgbClr val="C0B39D"/>
                </a:solidFill>
                <a:prstDash val="solid"/>
                <a:round/>
                <a:headEnd len="med" w="med" type="none"/>
                <a:tailEnd len="med" w="med" type="none"/>
              </a:ln>
            </p:spPr>
          </p:cxnSp>
          <p:cxnSp>
            <p:nvCxnSpPr>
              <p:cNvPr id="64" name="Google Shape;64;p5"/>
              <p:cNvCxnSpPr/>
              <p:nvPr/>
            </p:nvCxnSpPr>
            <p:spPr>
              <a:xfrm rot="10800000">
                <a:off x="8699100" y="-538900"/>
                <a:ext cx="0" cy="4014900"/>
              </a:xfrm>
              <a:prstGeom prst="straightConnector1">
                <a:avLst/>
              </a:prstGeom>
              <a:noFill/>
              <a:ln cap="flat" cmpd="sng" w="19050">
                <a:solidFill>
                  <a:srgbClr val="C0B39D"/>
                </a:solidFill>
                <a:prstDash val="solid"/>
                <a:round/>
                <a:headEnd len="med" w="med" type="none"/>
                <a:tailEnd len="med" w="med" type="none"/>
              </a:ln>
            </p:spPr>
          </p:cxnSp>
        </p:grpSp>
        <p:grpSp>
          <p:nvGrpSpPr>
            <p:cNvPr id="65" name="Google Shape;65;p5"/>
            <p:cNvGrpSpPr/>
            <p:nvPr/>
          </p:nvGrpSpPr>
          <p:grpSpPr>
            <a:xfrm rot="10800000">
              <a:off x="-207850" y="1516250"/>
              <a:ext cx="4249500" cy="4014900"/>
              <a:chOff x="5134800" y="-538900"/>
              <a:chExt cx="4249500" cy="4014900"/>
            </a:xfrm>
          </p:grpSpPr>
          <p:cxnSp>
            <p:nvCxnSpPr>
              <p:cNvPr id="66" name="Google Shape;66;p5"/>
              <p:cNvCxnSpPr/>
              <p:nvPr/>
            </p:nvCxnSpPr>
            <p:spPr>
              <a:xfrm rot="10800000">
                <a:off x="5134800" y="485900"/>
                <a:ext cx="4249500" cy="0"/>
              </a:xfrm>
              <a:prstGeom prst="straightConnector1">
                <a:avLst/>
              </a:prstGeom>
              <a:noFill/>
              <a:ln cap="flat" cmpd="sng" w="19050">
                <a:solidFill>
                  <a:srgbClr val="C0B39D"/>
                </a:solidFill>
                <a:prstDash val="solid"/>
                <a:round/>
                <a:headEnd len="med" w="med" type="none"/>
                <a:tailEnd len="med" w="med" type="none"/>
              </a:ln>
            </p:spPr>
          </p:cxnSp>
          <p:cxnSp>
            <p:nvCxnSpPr>
              <p:cNvPr id="67" name="Google Shape;67;p5"/>
              <p:cNvCxnSpPr/>
              <p:nvPr/>
            </p:nvCxnSpPr>
            <p:spPr>
              <a:xfrm rot="10800000">
                <a:off x="8699100" y="-538900"/>
                <a:ext cx="0" cy="4014900"/>
              </a:xfrm>
              <a:prstGeom prst="straightConnector1">
                <a:avLst/>
              </a:prstGeom>
              <a:noFill/>
              <a:ln cap="flat" cmpd="sng" w="19050">
                <a:solidFill>
                  <a:srgbClr val="C0B39D"/>
                </a:solidFill>
                <a:prstDash val="solid"/>
                <a:round/>
                <a:headEnd len="med" w="med" type="none"/>
                <a:tailEnd len="med" w="med" type="none"/>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0" name="Google Shape;70;p6"/>
          <p:cNvGrpSpPr/>
          <p:nvPr/>
        </p:nvGrpSpPr>
        <p:grpSpPr>
          <a:xfrm>
            <a:off x="-81225" y="356025"/>
            <a:ext cx="9335675" cy="4395175"/>
            <a:chOff x="-81225" y="356025"/>
            <a:chExt cx="9335675" cy="4395175"/>
          </a:xfrm>
        </p:grpSpPr>
        <p:cxnSp>
          <p:nvCxnSpPr>
            <p:cNvPr id="71" name="Google Shape;71;p6"/>
            <p:cNvCxnSpPr/>
            <p:nvPr/>
          </p:nvCxnSpPr>
          <p:spPr>
            <a:xfrm rot="10800000">
              <a:off x="-81225" y="356025"/>
              <a:ext cx="6980400" cy="0"/>
            </a:xfrm>
            <a:prstGeom prst="straightConnector1">
              <a:avLst/>
            </a:prstGeom>
            <a:noFill/>
            <a:ln cap="flat" cmpd="sng" w="19050">
              <a:solidFill>
                <a:schemeClr val="dk2"/>
              </a:solidFill>
              <a:prstDash val="solid"/>
              <a:round/>
              <a:headEnd len="med" w="med" type="none"/>
              <a:tailEnd len="med" w="med" type="none"/>
            </a:ln>
          </p:spPr>
        </p:cxnSp>
        <p:cxnSp>
          <p:nvCxnSpPr>
            <p:cNvPr id="72" name="Google Shape;72;p6"/>
            <p:cNvCxnSpPr/>
            <p:nvPr/>
          </p:nvCxnSpPr>
          <p:spPr>
            <a:xfrm>
              <a:off x="2274050" y="4751200"/>
              <a:ext cx="6980400" cy="0"/>
            </a:xfrm>
            <a:prstGeom prst="straightConnector1">
              <a:avLst/>
            </a:prstGeom>
            <a:noFill/>
            <a:ln cap="flat" cmpd="sng" w="19050">
              <a:solidFill>
                <a:schemeClr val="dk2"/>
              </a:solidFill>
              <a:prstDash val="solid"/>
              <a:round/>
              <a:headEnd len="med" w="med" type="none"/>
              <a:tailEnd len="med" w="med" type="none"/>
            </a:ln>
          </p:spPr>
        </p:cxnSp>
      </p:grpSp>
      <p:grpSp>
        <p:nvGrpSpPr>
          <p:cNvPr id="73" name="Google Shape;73;p6"/>
          <p:cNvGrpSpPr/>
          <p:nvPr/>
        </p:nvGrpSpPr>
        <p:grpSpPr>
          <a:xfrm>
            <a:off x="1966600" y="279075"/>
            <a:ext cx="5167425" cy="4549075"/>
            <a:chOff x="1966600" y="279075"/>
            <a:chExt cx="5167425" cy="4549075"/>
          </a:xfrm>
        </p:grpSpPr>
        <p:sp>
          <p:nvSpPr>
            <p:cNvPr id="74" name="Google Shape;74;p6"/>
            <p:cNvSpPr/>
            <p:nvPr/>
          </p:nvSpPr>
          <p:spPr>
            <a:xfrm>
              <a:off x="1966600" y="4674250"/>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75" name="Google Shape;75;p6"/>
            <p:cNvSpPr/>
            <p:nvPr/>
          </p:nvSpPr>
          <p:spPr>
            <a:xfrm>
              <a:off x="6980125" y="279075"/>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 name="Google Shape;78;p7"/>
          <p:cNvSpPr txBox="1"/>
          <p:nvPr>
            <p:ph idx="1" type="body"/>
          </p:nvPr>
        </p:nvSpPr>
        <p:spPr>
          <a:xfrm>
            <a:off x="720000" y="1152475"/>
            <a:ext cx="33222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grpSp>
        <p:nvGrpSpPr>
          <p:cNvPr id="79" name="Google Shape;79;p7"/>
          <p:cNvGrpSpPr/>
          <p:nvPr/>
        </p:nvGrpSpPr>
        <p:grpSpPr>
          <a:xfrm>
            <a:off x="715100" y="218075"/>
            <a:ext cx="7713800" cy="4731800"/>
            <a:chOff x="715100" y="218075"/>
            <a:chExt cx="7713800" cy="4731800"/>
          </a:xfrm>
        </p:grpSpPr>
        <p:grpSp>
          <p:nvGrpSpPr>
            <p:cNvPr id="80" name="Google Shape;80;p7"/>
            <p:cNvGrpSpPr/>
            <p:nvPr/>
          </p:nvGrpSpPr>
          <p:grpSpPr>
            <a:xfrm>
              <a:off x="7136650" y="4795975"/>
              <a:ext cx="1292250" cy="153900"/>
              <a:chOff x="7136650" y="4795975"/>
              <a:chExt cx="1292250" cy="153900"/>
            </a:xfrm>
          </p:grpSpPr>
          <p:sp>
            <p:nvSpPr>
              <p:cNvPr id="81" name="Google Shape;81;p7"/>
              <p:cNvSpPr/>
              <p:nvPr/>
            </p:nvSpPr>
            <p:spPr>
              <a:xfrm flipH="1">
                <a:off x="8275000" y="479597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82" name="Google Shape;82;p7"/>
              <p:cNvSpPr/>
              <p:nvPr/>
            </p:nvSpPr>
            <p:spPr>
              <a:xfrm flipH="1">
                <a:off x="7705825" y="4795975"/>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83" name="Google Shape;83;p7"/>
              <p:cNvSpPr/>
              <p:nvPr/>
            </p:nvSpPr>
            <p:spPr>
              <a:xfrm flipH="1">
                <a:off x="7136650" y="479597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84" name="Google Shape;84;p7"/>
            <p:cNvGrpSpPr/>
            <p:nvPr/>
          </p:nvGrpSpPr>
          <p:grpSpPr>
            <a:xfrm>
              <a:off x="715100" y="218075"/>
              <a:ext cx="1292250" cy="153900"/>
              <a:chOff x="715100" y="218075"/>
              <a:chExt cx="1292250" cy="153900"/>
            </a:xfrm>
          </p:grpSpPr>
          <p:sp>
            <p:nvSpPr>
              <p:cNvPr id="85" name="Google Shape;85;p7"/>
              <p:cNvSpPr/>
              <p:nvPr/>
            </p:nvSpPr>
            <p:spPr>
              <a:xfrm flipH="1">
                <a:off x="1853450" y="21807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86" name="Google Shape;86;p7"/>
              <p:cNvSpPr/>
              <p:nvPr/>
            </p:nvSpPr>
            <p:spPr>
              <a:xfrm flipH="1">
                <a:off x="1284275" y="218075"/>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87" name="Google Shape;87;p7"/>
              <p:cNvSpPr/>
              <p:nvPr/>
            </p:nvSpPr>
            <p:spPr>
              <a:xfrm flipH="1">
                <a:off x="715100" y="21807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grpSp>
        <p:nvGrpSpPr>
          <p:cNvPr id="88" name="Google Shape;88;p7"/>
          <p:cNvGrpSpPr/>
          <p:nvPr/>
        </p:nvGrpSpPr>
        <p:grpSpPr>
          <a:xfrm>
            <a:off x="-61050" y="301841"/>
            <a:ext cx="9297800" cy="4589325"/>
            <a:chOff x="-61050" y="301841"/>
            <a:chExt cx="9297800" cy="4589325"/>
          </a:xfrm>
        </p:grpSpPr>
        <p:cxnSp>
          <p:nvCxnSpPr>
            <p:cNvPr id="89" name="Google Shape;89;p7"/>
            <p:cNvCxnSpPr/>
            <p:nvPr/>
          </p:nvCxnSpPr>
          <p:spPr>
            <a:xfrm rot="10800000">
              <a:off x="2292650" y="301841"/>
              <a:ext cx="6944100" cy="0"/>
            </a:xfrm>
            <a:prstGeom prst="straightConnector1">
              <a:avLst/>
            </a:prstGeom>
            <a:noFill/>
            <a:ln cap="flat" cmpd="sng" w="19050">
              <a:solidFill>
                <a:schemeClr val="dk2"/>
              </a:solidFill>
              <a:prstDash val="solid"/>
              <a:round/>
              <a:headEnd len="med" w="med" type="none"/>
              <a:tailEnd len="med" w="med" type="none"/>
            </a:ln>
          </p:spPr>
        </p:cxnSp>
        <p:cxnSp>
          <p:nvCxnSpPr>
            <p:cNvPr id="90" name="Google Shape;90;p7"/>
            <p:cNvCxnSpPr/>
            <p:nvPr/>
          </p:nvCxnSpPr>
          <p:spPr>
            <a:xfrm rot="10800000">
              <a:off x="-61050" y="4891166"/>
              <a:ext cx="6944100" cy="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1" name="Shape 91"/>
        <p:cNvGrpSpPr/>
        <p:nvPr/>
      </p:nvGrpSpPr>
      <p:grpSpPr>
        <a:xfrm>
          <a:off x="0" y="0"/>
          <a:ext cx="0" cy="0"/>
          <a:chOff x="0" y="0"/>
          <a:chExt cx="0" cy="0"/>
        </a:xfrm>
      </p:grpSpPr>
      <p:sp>
        <p:nvSpPr>
          <p:cNvPr id="92" name="Google Shape;92;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93" name="Google Shape;93;p8"/>
          <p:cNvGrpSpPr/>
          <p:nvPr/>
        </p:nvGrpSpPr>
        <p:grpSpPr>
          <a:xfrm>
            <a:off x="-130825" y="-132725"/>
            <a:ext cx="9328200" cy="5392200"/>
            <a:chOff x="-130825" y="-132725"/>
            <a:chExt cx="9328200" cy="5392200"/>
          </a:xfrm>
        </p:grpSpPr>
        <p:cxnSp>
          <p:nvCxnSpPr>
            <p:cNvPr id="94" name="Google Shape;94;p8"/>
            <p:cNvCxnSpPr/>
            <p:nvPr/>
          </p:nvCxnSpPr>
          <p:spPr>
            <a:xfrm rot="10800000">
              <a:off x="-130825" y="535000"/>
              <a:ext cx="9328200" cy="0"/>
            </a:xfrm>
            <a:prstGeom prst="straightConnector1">
              <a:avLst/>
            </a:prstGeom>
            <a:noFill/>
            <a:ln cap="flat" cmpd="sng" w="19050">
              <a:solidFill>
                <a:schemeClr val="dk2"/>
              </a:solidFill>
              <a:prstDash val="solid"/>
              <a:round/>
              <a:headEnd len="med" w="med" type="none"/>
              <a:tailEnd len="med" w="med" type="none"/>
            </a:ln>
          </p:spPr>
        </p:cxnSp>
        <p:cxnSp>
          <p:nvCxnSpPr>
            <p:cNvPr id="95" name="Google Shape;95;p8"/>
            <p:cNvCxnSpPr/>
            <p:nvPr/>
          </p:nvCxnSpPr>
          <p:spPr>
            <a:xfrm rot="10800000">
              <a:off x="-130825" y="4608500"/>
              <a:ext cx="9328200" cy="0"/>
            </a:xfrm>
            <a:prstGeom prst="straightConnector1">
              <a:avLst/>
            </a:prstGeom>
            <a:noFill/>
            <a:ln cap="flat" cmpd="sng" w="19050">
              <a:solidFill>
                <a:schemeClr val="dk2"/>
              </a:solidFill>
              <a:prstDash val="solid"/>
              <a:round/>
              <a:headEnd len="med" w="med" type="none"/>
              <a:tailEnd len="med" w="med" type="none"/>
            </a:ln>
          </p:spPr>
        </p:cxnSp>
        <p:cxnSp>
          <p:nvCxnSpPr>
            <p:cNvPr id="96" name="Google Shape;96;p8"/>
            <p:cNvCxnSpPr/>
            <p:nvPr/>
          </p:nvCxnSpPr>
          <p:spPr>
            <a:xfrm>
              <a:off x="715100" y="-132725"/>
              <a:ext cx="0" cy="5392200"/>
            </a:xfrm>
            <a:prstGeom prst="straightConnector1">
              <a:avLst/>
            </a:prstGeom>
            <a:noFill/>
            <a:ln cap="flat" cmpd="sng" w="19050">
              <a:solidFill>
                <a:schemeClr val="dk2"/>
              </a:solidFill>
              <a:prstDash val="solid"/>
              <a:round/>
              <a:headEnd len="med" w="med" type="none"/>
              <a:tailEnd len="med" w="med" type="none"/>
            </a:ln>
          </p:spPr>
        </p:cxnSp>
        <p:cxnSp>
          <p:nvCxnSpPr>
            <p:cNvPr id="97" name="Google Shape;97;p8"/>
            <p:cNvCxnSpPr/>
            <p:nvPr/>
          </p:nvCxnSpPr>
          <p:spPr>
            <a:xfrm>
              <a:off x="8428900" y="-132725"/>
              <a:ext cx="0" cy="53922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 name="Shape 98"/>
        <p:cNvGrpSpPr/>
        <p:nvPr/>
      </p:nvGrpSpPr>
      <p:grpSpPr>
        <a:xfrm>
          <a:off x="0" y="0"/>
          <a:ext cx="0" cy="0"/>
          <a:chOff x="0" y="0"/>
          <a:chExt cx="0" cy="0"/>
        </a:xfrm>
      </p:grpSpPr>
      <p:sp>
        <p:nvSpPr>
          <p:cNvPr id="99" name="Google Shape;99;p9"/>
          <p:cNvSpPr txBox="1"/>
          <p:nvPr>
            <p:ph type="title"/>
          </p:nvPr>
        </p:nvSpPr>
        <p:spPr>
          <a:xfrm>
            <a:off x="1983394" y="1623250"/>
            <a:ext cx="5177100" cy="565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0" name="Google Shape;100;p9"/>
          <p:cNvSpPr txBox="1"/>
          <p:nvPr>
            <p:ph idx="1" type="subTitle"/>
          </p:nvPr>
        </p:nvSpPr>
        <p:spPr>
          <a:xfrm>
            <a:off x="1983506" y="2261775"/>
            <a:ext cx="5177100" cy="125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01" name="Google Shape;101;p9"/>
          <p:cNvGrpSpPr/>
          <p:nvPr/>
        </p:nvGrpSpPr>
        <p:grpSpPr>
          <a:xfrm>
            <a:off x="291900" y="226150"/>
            <a:ext cx="8576200" cy="4740300"/>
            <a:chOff x="291900" y="226150"/>
            <a:chExt cx="8576200" cy="4740300"/>
          </a:xfrm>
        </p:grpSpPr>
        <p:sp>
          <p:nvSpPr>
            <p:cNvPr id="102" name="Google Shape;102;p9"/>
            <p:cNvSpPr/>
            <p:nvPr/>
          </p:nvSpPr>
          <p:spPr>
            <a:xfrm>
              <a:off x="291900" y="48125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03" name="Google Shape;103;p9"/>
            <p:cNvSpPr/>
            <p:nvPr/>
          </p:nvSpPr>
          <p:spPr>
            <a:xfrm>
              <a:off x="8714200" y="22615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104" name="Google Shape;104;p9"/>
          <p:cNvGrpSpPr/>
          <p:nvPr/>
        </p:nvGrpSpPr>
        <p:grpSpPr>
          <a:xfrm>
            <a:off x="-241300" y="-871975"/>
            <a:ext cx="9877925" cy="7865989"/>
            <a:chOff x="-241300" y="-871975"/>
            <a:chExt cx="9877925" cy="7865989"/>
          </a:xfrm>
        </p:grpSpPr>
        <p:grpSp>
          <p:nvGrpSpPr>
            <p:cNvPr id="105" name="Google Shape;105;p9"/>
            <p:cNvGrpSpPr/>
            <p:nvPr/>
          </p:nvGrpSpPr>
          <p:grpSpPr>
            <a:xfrm>
              <a:off x="-241300" y="-871975"/>
              <a:ext cx="6980400" cy="4504239"/>
              <a:chOff x="-241300" y="-871975"/>
              <a:chExt cx="6980400" cy="4504239"/>
            </a:xfrm>
          </p:grpSpPr>
          <p:cxnSp>
            <p:nvCxnSpPr>
              <p:cNvPr id="106" name="Google Shape;106;p9"/>
              <p:cNvCxnSpPr/>
              <p:nvPr/>
            </p:nvCxnSpPr>
            <p:spPr>
              <a:xfrm rot="10800000">
                <a:off x="368850" y="-871975"/>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07" name="Google Shape;107;p9"/>
              <p:cNvCxnSpPr/>
              <p:nvPr/>
            </p:nvCxnSpPr>
            <p:spPr>
              <a:xfrm rot="10800000">
                <a:off x="602650" y="-34636"/>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08" name="Google Shape;108;p9"/>
              <p:cNvCxnSpPr/>
              <p:nvPr/>
            </p:nvCxnSpPr>
            <p:spPr>
              <a:xfrm rot="10800000">
                <a:off x="-241300" y="535000"/>
                <a:ext cx="6980400" cy="0"/>
              </a:xfrm>
              <a:prstGeom prst="straightConnector1">
                <a:avLst/>
              </a:prstGeom>
              <a:noFill/>
              <a:ln cap="flat" cmpd="sng" w="19050">
                <a:solidFill>
                  <a:schemeClr val="dk2"/>
                </a:solidFill>
                <a:prstDash val="solid"/>
                <a:round/>
                <a:headEnd len="med" w="med" type="none"/>
                <a:tailEnd len="med" w="med" type="none"/>
              </a:ln>
            </p:spPr>
          </p:cxnSp>
        </p:grpSp>
        <p:grpSp>
          <p:nvGrpSpPr>
            <p:cNvPr id="109" name="Google Shape;109;p9"/>
            <p:cNvGrpSpPr/>
            <p:nvPr/>
          </p:nvGrpSpPr>
          <p:grpSpPr>
            <a:xfrm>
              <a:off x="2656225" y="2489775"/>
              <a:ext cx="6980400" cy="4504239"/>
              <a:chOff x="2656225" y="2489775"/>
              <a:chExt cx="6980400" cy="4504239"/>
            </a:xfrm>
          </p:grpSpPr>
          <p:cxnSp>
            <p:nvCxnSpPr>
              <p:cNvPr id="110" name="Google Shape;110;p9"/>
              <p:cNvCxnSpPr/>
              <p:nvPr/>
            </p:nvCxnSpPr>
            <p:spPr>
              <a:xfrm rot="10800000">
                <a:off x="8557358" y="2489775"/>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11" name="Google Shape;111;p9"/>
              <p:cNvCxnSpPr/>
              <p:nvPr/>
            </p:nvCxnSpPr>
            <p:spPr>
              <a:xfrm rot="10800000">
                <a:off x="8791158" y="3327114"/>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12" name="Google Shape;112;p9"/>
              <p:cNvCxnSpPr/>
              <p:nvPr/>
            </p:nvCxnSpPr>
            <p:spPr>
              <a:xfrm rot="10800000">
                <a:off x="2656225" y="4608500"/>
                <a:ext cx="6980400" cy="0"/>
              </a:xfrm>
              <a:prstGeom prst="straightConnector1">
                <a:avLst/>
              </a:prstGeom>
              <a:noFill/>
              <a:ln cap="flat" cmpd="sng" w="19050">
                <a:solidFill>
                  <a:schemeClr val="dk2"/>
                </a:solidFill>
                <a:prstDash val="solid"/>
                <a:round/>
                <a:headEnd len="med" w="med" type="none"/>
                <a:tailEnd len="med" w="med" type="none"/>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3" name="Shape 113"/>
        <p:cNvGrpSpPr/>
        <p:nvPr/>
      </p:nvGrpSpPr>
      <p:grpSpPr>
        <a:xfrm>
          <a:off x="0" y="0"/>
          <a:ext cx="0" cy="0"/>
          <a:chOff x="0" y="0"/>
          <a:chExt cx="0" cy="0"/>
        </a:xfrm>
      </p:grpSpPr>
      <p:sp>
        <p:nvSpPr>
          <p:cNvPr id="114" name="Google Shape;114;p10"/>
          <p:cNvSpPr txBox="1"/>
          <p:nvPr>
            <p:ph type="title"/>
          </p:nvPr>
        </p:nvSpPr>
        <p:spPr>
          <a:xfrm>
            <a:off x="720000" y="22854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15" name="Google Shape;115;p10"/>
          <p:cNvGrpSpPr/>
          <p:nvPr/>
        </p:nvGrpSpPr>
        <p:grpSpPr>
          <a:xfrm>
            <a:off x="0" y="218753"/>
            <a:ext cx="8864675" cy="5017000"/>
            <a:chOff x="0" y="218753"/>
            <a:chExt cx="8864675" cy="5017000"/>
          </a:xfrm>
        </p:grpSpPr>
        <p:grpSp>
          <p:nvGrpSpPr>
            <p:cNvPr id="116" name="Google Shape;116;p10"/>
            <p:cNvGrpSpPr/>
            <p:nvPr/>
          </p:nvGrpSpPr>
          <p:grpSpPr>
            <a:xfrm>
              <a:off x="0" y="218753"/>
              <a:ext cx="2210700" cy="165325"/>
              <a:chOff x="330200" y="372653"/>
              <a:chExt cx="2210700" cy="165325"/>
            </a:xfrm>
          </p:grpSpPr>
          <p:cxnSp>
            <p:nvCxnSpPr>
              <p:cNvPr id="117" name="Google Shape;117;p10"/>
              <p:cNvCxnSpPr/>
              <p:nvPr/>
            </p:nvCxnSpPr>
            <p:spPr>
              <a:xfrm rot="10800000">
                <a:off x="330200" y="537978"/>
                <a:ext cx="2210700" cy="0"/>
              </a:xfrm>
              <a:prstGeom prst="straightConnector1">
                <a:avLst/>
              </a:prstGeom>
              <a:noFill/>
              <a:ln cap="flat" cmpd="sng" w="19050">
                <a:solidFill>
                  <a:schemeClr val="dk2"/>
                </a:solidFill>
                <a:prstDash val="solid"/>
                <a:round/>
                <a:headEnd len="med" w="med" type="none"/>
                <a:tailEnd len="med" w="med" type="none"/>
              </a:ln>
            </p:spPr>
          </p:cxnSp>
          <p:cxnSp>
            <p:nvCxnSpPr>
              <p:cNvPr id="118" name="Google Shape;118;p10"/>
              <p:cNvCxnSpPr/>
              <p:nvPr/>
            </p:nvCxnSpPr>
            <p:spPr>
              <a:xfrm rot="10800000">
                <a:off x="330200" y="372653"/>
                <a:ext cx="2210700" cy="0"/>
              </a:xfrm>
              <a:prstGeom prst="straightConnector1">
                <a:avLst/>
              </a:prstGeom>
              <a:noFill/>
              <a:ln cap="flat" cmpd="sng" w="19050">
                <a:solidFill>
                  <a:schemeClr val="dk2"/>
                </a:solidFill>
                <a:prstDash val="solid"/>
                <a:round/>
                <a:headEnd len="med" w="med" type="none"/>
                <a:tailEnd len="med" w="med" type="none"/>
              </a:ln>
            </p:spPr>
          </p:cxnSp>
        </p:grpSp>
        <p:grpSp>
          <p:nvGrpSpPr>
            <p:cNvPr id="119" name="Google Shape;119;p10"/>
            <p:cNvGrpSpPr/>
            <p:nvPr/>
          </p:nvGrpSpPr>
          <p:grpSpPr>
            <a:xfrm rot="-5400000">
              <a:off x="7676663" y="4047740"/>
              <a:ext cx="2210700" cy="165325"/>
              <a:chOff x="330200" y="372653"/>
              <a:chExt cx="2210700" cy="165325"/>
            </a:xfrm>
          </p:grpSpPr>
          <p:cxnSp>
            <p:nvCxnSpPr>
              <p:cNvPr id="120" name="Google Shape;120;p10"/>
              <p:cNvCxnSpPr/>
              <p:nvPr/>
            </p:nvCxnSpPr>
            <p:spPr>
              <a:xfrm rot="10800000">
                <a:off x="330200" y="537978"/>
                <a:ext cx="2210700" cy="0"/>
              </a:xfrm>
              <a:prstGeom prst="straightConnector1">
                <a:avLst/>
              </a:prstGeom>
              <a:noFill/>
              <a:ln cap="flat" cmpd="sng" w="19050">
                <a:solidFill>
                  <a:schemeClr val="dk2"/>
                </a:solidFill>
                <a:prstDash val="solid"/>
                <a:round/>
                <a:headEnd len="med" w="med" type="none"/>
                <a:tailEnd len="med" w="med" type="none"/>
              </a:ln>
            </p:spPr>
          </p:cxnSp>
          <p:cxnSp>
            <p:nvCxnSpPr>
              <p:cNvPr id="121" name="Google Shape;121;p10"/>
              <p:cNvCxnSpPr/>
              <p:nvPr/>
            </p:nvCxnSpPr>
            <p:spPr>
              <a:xfrm rot="10800000">
                <a:off x="330200" y="372653"/>
                <a:ext cx="2210700" cy="0"/>
              </a:xfrm>
              <a:prstGeom prst="straightConnector1">
                <a:avLst/>
              </a:prstGeom>
              <a:noFill/>
              <a:ln cap="flat" cmpd="sng" w="19050">
                <a:solidFill>
                  <a:schemeClr val="dk2"/>
                </a:solidFill>
                <a:prstDash val="solid"/>
                <a:round/>
                <a:headEnd len="med" w="med" type="none"/>
                <a:tailEnd len="med" w="med" type="none"/>
              </a:ln>
            </p:spPr>
          </p:cxnSp>
        </p:grpSp>
      </p:grpSp>
      <p:grpSp>
        <p:nvGrpSpPr>
          <p:cNvPr id="122" name="Google Shape;122;p10"/>
          <p:cNvGrpSpPr/>
          <p:nvPr/>
        </p:nvGrpSpPr>
        <p:grpSpPr>
          <a:xfrm>
            <a:off x="274275" y="218750"/>
            <a:ext cx="8584700" cy="4750400"/>
            <a:chOff x="274275" y="218750"/>
            <a:chExt cx="8584700" cy="4750400"/>
          </a:xfrm>
        </p:grpSpPr>
        <p:sp>
          <p:nvSpPr>
            <p:cNvPr id="123" name="Google Shape;123;p10"/>
            <p:cNvSpPr/>
            <p:nvPr/>
          </p:nvSpPr>
          <p:spPr>
            <a:xfrm flipH="1">
              <a:off x="274275" y="48152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24" name="Google Shape;124;p10"/>
            <p:cNvSpPr/>
            <p:nvPr/>
          </p:nvSpPr>
          <p:spPr>
            <a:xfrm flipH="1">
              <a:off x="8705075" y="2187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5" name="Shape 125"/>
        <p:cNvGrpSpPr/>
        <p:nvPr/>
      </p:nvGrpSpPr>
      <p:grpSpPr>
        <a:xfrm>
          <a:off x="0" y="0"/>
          <a:ext cx="0" cy="0"/>
          <a:chOff x="0" y="0"/>
          <a:chExt cx="0" cy="0"/>
        </a:xfrm>
      </p:grpSpPr>
      <p:sp>
        <p:nvSpPr>
          <p:cNvPr id="126" name="Google Shape;126;p11"/>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7" name="Google Shape;127;p11"/>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28" name="Google Shape;128;p11"/>
          <p:cNvGrpSpPr/>
          <p:nvPr/>
        </p:nvGrpSpPr>
        <p:grpSpPr>
          <a:xfrm>
            <a:off x="-241300" y="-871975"/>
            <a:ext cx="9877925" cy="7865989"/>
            <a:chOff x="-241300" y="-871975"/>
            <a:chExt cx="9877925" cy="7865989"/>
          </a:xfrm>
        </p:grpSpPr>
        <p:grpSp>
          <p:nvGrpSpPr>
            <p:cNvPr id="129" name="Google Shape;129;p11"/>
            <p:cNvGrpSpPr/>
            <p:nvPr/>
          </p:nvGrpSpPr>
          <p:grpSpPr>
            <a:xfrm>
              <a:off x="-241300" y="-871975"/>
              <a:ext cx="6980400" cy="4504239"/>
              <a:chOff x="-241300" y="-871975"/>
              <a:chExt cx="6980400" cy="4504239"/>
            </a:xfrm>
          </p:grpSpPr>
          <p:cxnSp>
            <p:nvCxnSpPr>
              <p:cNvPr id="130" name="Google Shape;130;p11"/>
              <p:cNvCxnSpPr/>
              <p:nvPr/>
            </p:nvCxnSpPr>
            <p:spPr>
              <a:xfrm rot="10800000">
                <a:off x="368850" y="-871975"/>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31" name="Google Shape;131;p11"/>
              <p:cNvCxnSpPr/>
              <p:nvPr/>
            </p:nvCxnSpPr>
            <p:spPr>
              <a:xfrm rot="10800000">
                <a:off x="602650" y="-34636"/>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32" name="Google Shape;132;p11"/>
              <p:cNvCxnSpPr/>
              <p:nvPr/>
            </p:nvCxnSpPr>
            <p:spPr>
              <a:xfrm rot="10800000">
                <a:off x="-241300" y="535000"/>
                <a:ext cx="6980400" cy="0"/>
              </a:xfrm>
              <a:prstGeom prst="straightConnector1">
                <a:avLst/>
              </a:prstGeom>
              <a:noFill/>
              <a:ln cap="flat" cmpd="sng" w="19050">
                <a:solidFill>
                  <a:schemeClr val="dk2"/>
                </a:solidFill>
                <a:prstDash val="solid"/>
                <a:round/>
                <a:headEnd len="med" w="med" type="none"/>
                <a:tailEnd len="med" w="med" type="none"/>
              </a:ln>
            </p:spPr>
          </p:cxnSp>
        </p:grpSp>
        <p:grpSp>
          <p:nvGrpSpPr>
            <p:cNvPr id="133" name="Google Shape;133;p11"/>
            <p:cNvGrpSpPr/>
            <p:nvPr/>
          </p:nvGrpSpPr>
          <p:grpSpPr>
            <a:xfrm>
              <a:off x="2656225" y="2489775"/>
              <a:ext cx="6980400" cy="4504239"/>
              <a:chOff x="2656225" y="2489775"/>
              <a:chExt cx="6980400" cy="4504239"/>
            </a:xfrm>
          </p:grpSpPr>
          <p:cxnSp>
            <p:nvCxnSpPr>
              <p:cNvPr id="134" name="Google Shape;134;p11"/>
              <p:cNvCxnSpPr/>
              <p:nvPr/>
            </p:nvCxnSpPr>
            <p:spPr>
              <a:xfrm rot="10800000">
                <a:off x="8557358" y="2489775"/>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35" name="Google Shape;135;p11"/>
              <p:cNvCxnSpPr/>
              <p:nvPr/>
            </p:nvCxnSpPr>
            <p:spPr>
              <a:xfrm rot="10800000">
                <a:off x="8791158" y="3327114"/>
                <a:ext cx="0" cy="3666900"/>
              </a:xfrm>
              <a:prstGeom prst="straightConnector1">
                <a:avLst/>
              </a:prstGeom>
              <a:noFill/>
              <a:ln cap="flat" cmpd="sng" w="19050">
                <a:solidFill>
                  <a:schemeClr val="dk2"/>
                </a:solidFill>
                <a:prstDash val="solid"/>
                <a:round/>
                <a:headEnd len="med" w="med" type="none"/>
                <a:tailEnd len="med" w="med" type="none"/>
              </a:ln>
            </p:spPr>
          </p:cxnSp>
          <p:cxnSp>
            <p:nvCxnSpPr>
              <p:cNvPr id="136" name="Google Shape;136;p11"/>
              <p:cNvCxnSpPr/>
              <p:nvPr/>
            </p:nvCxnSpPr>
            <p:spPr>
              <a:xfrm rot="10800000">
                <a:off x="2656225" y="4608500"/>
                <a:ext cx="6980400" cy="0"/>
              </a:xfrm>
              <a:prstGeom prst="straightConnector1">
                <a:avLst/>
              </a:prstGeom>
              <a:noFill/>
              <a:ln cap="flat" cmpd="sng" w="19050">
                <a:solidFill>
                  <a:schemeClr val="dk2"/>
                </a:solidFill>
                <a:prstDash val="solid"/>
                <a:round/>
                <a:headEnd len="med" w="med" type="none"/>
                <a:tailEnd len="med" w="med" type="none"/>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137" name="Shape 13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38" name="Shape 138"/>
        <p:cNvGrpSpPr/>
        <p:nvPr/>
      </p:nvGrpSpPr>
      <p:grpSpPr>
        <a:xfrm>
          <a:off x="0" y="0"/>
          <a:ext cx="0" cy="0"/>
          <a:chOff x="0" y="0"/>
          <a:chExt cx="0" cy="0"/>
        </a:xfrm>
      </p:grpSpPr>
      <p:sp>
        <p:nvSpPr>
          <p:cNvPr id="139" name="Google Shape;139;p13"/>
          <p:cNvSpPr txBox="1"/>
          <p:nvPr>
            <p:ph type="title"/>
          </p:nvPr>
        </p:nvSpPr>
        <p:spPr>
          <a:xfrm>
            <a:off x="1092600" y="3116450"/>
            <a:ext cx="69588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40" name="Google Shape;140;p13"/>
          <p:cNvSpPr txBox="1"/>
          <p:nvPr>
            <p:ph idx="1" type="subTitle"/>
          </p:nvPr>
        </p:nvSpPr>
        <p:spPr>
          <a:xfrm>
            <a:off x="1092600" y="1110100"/>
            <a:ext cx="6958800" cy="1762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None/>
              <a:defRPr sz="3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grpSp>
        <p:nvGrpSpPr>
          <p:cNvPr id="141" name="Google Shape;141;p13"/>
          <p:cNvGrpSpPr/>
          <p:nvPr/>
        </p:nvGrpSpPr>
        <p:grpSpPr>
          <a:xfrm>
            <a:off x="3343500" y="265264"/>
            <a:ext cx="2457000" cy="4603175"/>
            <a:chOff x="3343500" y="265264"/>
            <a:chExt cx="2457000" cy="4603175"/>
          </a:xfrm>
        </p:grpSpPr>
        <p:cxnSp>
          <p:nvCxnSpPr>
            <p:cNvPr id="142" name="Google Shape;142;p13"/>
            <p:cNvCxnSpPr/>
            <p:nvPr/>
          </p:nvCxnSpPr>
          <p:spPr>
            <a:xfrm>
              <a:off x="3343500" y="26526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143" name="Google Shape;143;p13"/>
            <p:cNvCxnSpPr/>
            <p:nvPr/>
          </p:nvCxnSpPr>
          <p:spPr>
            <a:xfrm>
              <a:off x="3343500" y="4868439"/>
              <a:ext cx="2457000" cy="0"/>
            </a:xfrm>
            <a:prstGeom prst="straightConnector1">
              <a:avLst/>
            </a:prstGeom>
            <a:noFill/>
            <a:ln cap="flat" cmpd="sng" w="19050">
              <a:solidFill>
                <a:schemeClr val="dk2"/>
              </a:solidFill>
              <a:prstDash val="solid"/>
              <a:round/>
              <a:headEnd len="med" w="med" type="none"/>
              <a:tailEnd len="med" w="med" type="none"/>
            </a:ln>
          </p:spPr>
        </p:cxnSp>
      </p:grpSp>
      <p:grpSp>
        <p:nvGrpSpPr>
          <p:cNvPr id="144" name="Google Shape;144;p13"/>
          <p:cNvGrpSpPr/>
          <p:nvPr/>
        </p:nvGrpSpPr>
        <p:grpSpPr>
          <a:xfrm>
            <a:off x="285700" y="188325"/>
            <a:ext cx="8608250" cy="4757075"/>
            <a:chOff x="285700" y="188325"/>
            <a:chExt cx="8608250" cy="4757075"/>
          </a:xfrm>
        </p:grpSpPr>
        <p:grpSp>
          <p:nvGrpSpPr>
            <p:cNvPr id="145" name="Google Shape;145;p13"/>
            <p:cNvGrpSpPr/>
            <p:nvPr/>
          </p:nvGrpSpPr>
          <p:grpSpPr>
            <a:xfrm>
              <a:off x="285700" y="188325"/>
              <a:ext cx="153900" cy="4757075"/>
              <a:chOff x="285700" y="188325"/>
              <a:chExt cx="153900" cy="4757075"/>
            </a:xfrm>
          </p:grpSpPr>
          <p:sp>
            <p:nvSpPr>
              <p:cNvPr id="146" name="Google Shape;146;p13"/>
              <p:cNvSpPr/>
              <p:nvPr/>
            </p:nvSpPr>
            <p:spPr>
              <a:xfrm>
                <a:off x="285700" y="18832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47" name="Google Shape;147;p13"/>
              <p:cNvSpPr/>
              <p:nvPr/>
            </p:nvSpPr>
            <p:spPr>
              <a:xfrm>
                <a:off x="285700" y="479150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148" name="Google Shape;148;p13"/>
            <p:cNvGrpSpPr/>
            <p:nvPr/>
          </p:nvGrpSpPr>
          <p:grpSpPr>
            <a:xfrm>
              <a:off x="8740050" y="188325"/>
              <a:ext cx="153900" cy="4757075"/>
              <a:chOff x="8740050" y="188325"/>
              <a:chExt cx="153900" cy="4757075"/>
            </a:xfrm>
          </p:grpSpPr>
          <p:sp>
            <p:nvSpPr>
              <p:cNvPr id="149" name="Google Shape;149;p13"/>
              <p:cNvSpPr/>
              <p:nvPr/>
            </p:nvSpPr>
            <p:spPr>
              <a:xfrm>
                <a:off x="8740050" y="18832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50" name="Google Shape;150;p13"/>
              <p:cNvSpPr/>
              <p:nvPr/>
            </p:nvSpPr>
            <p:spPr>
              <a:xfrm>
                <a:off x="8740050" y="479150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51" name="Shape 151"/>
        <p:cNvGrpSpPr/>
        <p:nvPr/>
      </p:nvGrpSpPr>
      <p:grpSpPr>
        <a:xfrm>
          <a:off x="0" y="0"/>
          <a:ext cx="0" cy="0"/>
          <a:chOff x="0" y="0"/>
          <a:chExt cx="0" cy="0"/>
        </a:xfrm>
      </p:grpSpPr>
      <p:sp>
        <p:nvSpPr>
          <p:cNvPr id="152" name="Google Shape;152;p14"/>
          <p:cNvSpPr txBox="1"/>
          <p:nvPr>
            <p:ph idx="1" type="subTitle"/>
          </p:nvPr>
        </p:nvSpPr>
        <p:spPr>
          <a:xfrm>
            <a:off x="720000" y="3140813"/>
            <a:ext cx="2336400" cy="407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153" name="Google Shape;153;p14"/>
          <p:cNvSpPr txBox="1"/>
          <p:nvPr>
            <p:ph idx="2" type="subTitle"/>
          </p:nvPr>
        </p:nvSpPr>
        <p:spPr>
          <a:xfrm>
            <a:off x="720000" y="4076301"/>
            <a:ext cx="2336400" cy="53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14"/>
          <p:cNvSpPr txBox="1"/>
          <p:nvPr>
            <p:ph idx="3" type="subTitle"/>
          </p:nvPr>
        </p:nvSpPr>
        <p:spPr>
          <a:xfrm>
            <a:off x="3403800" y="4076301"/>
            <a:ext cx="2336400" cy="53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5" name="Google Shape;155;p14"/>
          <p:cNvSpPr txBox="1"/>
          <p:nvPr>
            <p:ph idx="4" type="subTitle"/>
          </p:nvPr>
        </p:nvSpPr>
        <p:spPr>
          <a:xfrm>
            <a:off x="6087600" y="4076301"/>
            <a:ext cx="2336400" cy="53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 name="Google Shape;156;p1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7" name="Google Shape;157;p14"/>
          <p:cNvSpPr txBox="1"/>
          <p:nvPr>
            <p:ph idx="5" type="subTitle"/>
          </p:nvPr>
        </p:nvSpPr>
        <p:spPr>
          <a:xfrm>
            <a:off x="3403800" y="3140813"/>
            <a:ext cx="2336400" cy="407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158" name="Google Shape;158;p14"/>
          <p:cNvSpPr txBox="1"/>
          <p:nvPr>
            <p:ph idx="6" type="subTitle"/>
          </p:nvPr>
        </p:nvSpPr>
        <p:spPr>
          <a:xfrm>
            <a:off x="6087600" y="3140813"/>
            <a:ext cx="2336400" cy="407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159" name="Google Shape;159;p14"/>
          <p:cNvSpPr txBox="1"/>
          <p:nvPr>
            <p:ph idx="7" type="subTitle"/>
          </p:nvPr>
        </p:nvSpPr>
        <p:spPr>
          <a:xfrm>
            <a:off x="720000" y="3544089"/>
            <a:ext cx="2336400" cy="532200"/>
          </a:xfrm>
          <a:prstGeom prst="rect">
            <a:avLst/>
          </a:prstGeom>
          <a:solidFill>
            <a:schemeClr val="lt2"/>
          </a:solid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0" name="Google Shape;160;p14"/>
          <p:cNvSpPr txBox="1"/>
          <p:nvPr>
            <p:ph idx="8" type="subTitle"/>
          </p:nvPr>
        </p:nvSpPr>
        <p:spPr>
          <a:xfrm>
            <a:off x="3403800" y="3544089"/>
            <a:ext cx="2336400" cy="532200"/>
          </a:xfrm>
          <a:prstGeom prst="rect">
            <a:avLst/>
          </a:prstGeom>
          <a:solidFill>
            <a:schemeClr val="lt2"/>
          </a:solid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1" name="Google Shape;161;p14"/>
          <p:cNvSpPr txBox="1"/>
          <p:nvPr>
            <p:ph idx="9" type="subTitle"/>
          </p:nvPr>
        </p:nvSpPr>
        <p:spPr>
          <a:xfrm>
            <a:off x="6087600" y="3544089"/>
            <a:ext cx="2336400" cy="532200"/>
          </a:xfrm>
          <a:prstGeom prst="rect">
            <a:avLst/>
          </a:prstGeom>
          <a:solidFill>
            <a:schemeClr val="lt2"/>
          </a:solid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62" name="Google Shape;162;p14"/>
          <p:cNvGrpSpPr/>
          <p:nvPr/>
        </p:nvGrpSpPr>
        <p:grpSpPr>
          <a:xfrm>
            <a:off x="-124700" y="-112400"/>
            <a:ext cx="9511200" cy="5444400"/>
            <a:chOff x="-124700" y="-112400"/>
            <a:chExt cx="9511200" cy="5444400"/>
          </a:xfrm>
        </p:grpSpPr>
        <p:grpSp>
          <p:nvGrpSpPr>
            <p:cNvPr id="163" name="Google Shape;163;p14"/>
            <p:cNvGrpSpPr/>
            <p:nvPr/>
          </p:nvGrpSpPr>
          <p:grpSpPr>
            <a:xfrm>
              <a:off x="-124700" y="-112400"/>
              <a:ext cx="9511200" cy="5444400"/>
              <a:chOff x="-124700" y="-112400"/>
              <a:chExt cx="9511200" cy="5444400"/>
            </a:xfrm>
          </p:grpSpPr>
          <p:cxnSp>
            <p:nvCxnSpPr>
              <p:cNvPr id="164" name="Google Shape;164;p14"/>
              <p:cNvCxnSpPr/>
              <p:nvPr/>
            </p:nvCxnSpPr>
            <p:spPr>
              <a:xfrm rot="10800000">
                <a:off x="-124700" y="262425"/>
                <a:ext cx="9511200" cy="0"/>
              </a:xfrm>
              <a:prstGeom prst="straightConnector1">
                <a:avLst/>
              </a:prstGeom>
              <a:noFill/>
              <a:ln cap="flat" cmpd="sng" w="19050">
                <a:solidFill>
                  <a:schemeClr val="dk2"/>
                </a:solidFill>
                <a:prstDash val="solid"/>
                <a:round/>
                <a:headEnd len="med" w="med" type="none"/>
                <a:tailEnd len="med" w="med" type="none"/>
              </a:ln>
            </p:spPr>
          </p:cxnSp>
          <p:cxnSp>
            <p:nvCxnSpPr>
              <p:cNvPr id="165" name="Google Shape;165;p14"/>
              <p:cNvCxnSpPr/>
              <p:nvPr/>
            </p:nvCxnSpPr>
            <p:spPr>
              <a:xfrm rot="10800000">
                <a:off x="486563" y="-112400"/>
                <a:ext cx="0" cy="5444400"/>
              </a:xfrm>
              <a:prstGeom prst="straightConnector1">
                <a:avLst/>
              </a:prstGeom>
              <a:noFill/>
              <a:ln cap="flat" cmpd="sng" w="19050">
                <a:solidFill>
                  <a:schemeClr val="dk2"/>
                </a:solidFill>
                <a:prstDash val="solid"/>
                <a:round/>
                <a:headEnd len="med" w="med" type="none"/>
                <a:tailEnd len="med" w="med" type="none"/>
              </a:ln>
            </p:spPr>
          </p:cxnSp>
        </p:grpSp>
        <p:grpSp>
          <p:nvGrpSpPr>
            <p:cNvPr id="166" name="Google Shape;166;p14"/>
            <p:cNvGrpSpPr/>
            <p:nvPr/>
          </p:nvGrpSpPr>
          <p:grpSpPr>
            <a:xfrm>
              <a:off x="-124700" y="-112400"/>
              <a:ext cx="9511200" cy="5444400"/>
              <a:chOff x="-124700" y="-112400"/>
              <a:chExt cx="9511200" cy="5444400"/>
            </a:xfrm>
          </p:grpSpPr>
          <p:cxnSp>
            <p:nvCxnSpPr>
              <p:cNvPr id="167" name="Google Shape;167;p14"/>
              <p:cNvCxnSpPr/>
              <p:nvPr/>
            </p:nvCxnSpPr>
            <p:spPr>
              <a:xfrm rot="10800000">
                <a:off x="-124700" y="4889750"/>
                <a:ext cx="9511200" cy="0"/>
              </a:xfrm>
              <a:prstGeom prst="straightConnector1">
                <a:avLst/>
              </a:prstGeom>
              <a:noFill/>
              <a:ln cap="flat" cmpd="sng" w="19050">
                <a:solidFill>
                  <a:schemeClr val="dk2"/>
                </a:solidFill>
                <a:prstDash val="solid"/>
                <a:round/>
                <a:headEnd len="med" w="med" type="none"/>
                <a:tailEnd len="med" w="med" type="none"/>
              </a:ln>
            </p:spPr>
          </p:cxnSp>
          <p:cxnSp>
            <p:nvCxnSpPr>
              <p:cNvPr id="168" name="Google Shape;168;p14"/>
              <p:cNvCxnSpPr/>
              <p:nvPr/>
            </p:nvCxnSpPr>
            <p:spPr>
              <a:xfrm rot="10800000">
                <a:off x="8652525" y="-112400"/>
                <a:ext cx="0" cy="5444400"/>
              </a:xfrm>
              <a:prstGeom prst="straightConnector1">
                <a:avLst/>
              </a:prstGeom>
              <a:noFill/>
              <a:ln cap="flat" cmpd="sng" w="19050">
                <a:solidFill>
                  <a:schemeClr val="dk2"/>
                </a:solidFill>
                <a:prstDash val="solid"/>
                <a:round/>
                <a:headEnd len="med" w="med" type="none"/>
                <a:tailEnd len="med" w="med" type="none"/>
              </a:ln>
            </p:spPr>
          </p:cxnSp>
        </p:grpSp>
      </p:grpSp>
      <p:grpSp>
        <p:nvGrpSpPr>
          <p:cNvPr id="169" name="Google Shape;169;p14"/>
          <p:cNvGrpSpPr/>
          <p:nvPr/>
        </p:nvGrpSpPr>
        <p:grpSpPr>
          <a:xfrm>
            <a:off x="161675" y="381100"/>
            <a:ext cx="8804625" cy="4381300"/>
            <a:chOff x="161675" y="381100"/>
            <a:chExt cx="8804625" cy="4381300"/>
          </a:xfrm>
        </p:grpSpPr>
        <p:sp>
          <p:nvSpPr>
            <p:cNvPr id="170" name="Google Shape;170;p14"/>
            <p:cNvSpPr/>
            <p:nvPr/>
          </p:nvSpPr>
          <p:spPr>
            <a:xfrm>
              <a:off x="161675" y="38110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71" name="Google Shape;171;p14"/>
            <p:cNvSpPr/>
            <p:nvPr/>
          </p:nvSpPr>
          <p:spPr>
            <a:xfrm>
              <a:off x="8812400" y="460850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72" name="Shape 172"/>
        <p:cNvGrpSpPr/>
        <p:nvPr/>
      </p:nvGrpSpPr>
      <p:grpSpPr>
        <a:xfrm>
          <a:off x="0" y="0"/>
          <a:ext cx="0" cy="0"/>
          <a:chOff x="0" y="0"/>
          <a:chExt cx="0" cy="0"/>
        </a:xfrm>
      </p:grpSpPr>
      <p:sp>
        <p:nvSpPr>
          <p:cNvPr id="173" name="Google Shape;173;p15"/>
          <p:cNvSpPr txBox="1"/>
          <p:nvPr>
            <p:ph idx="1" type="subTitle"/>
          </p:nvPr>
        </p:nvSpPr>
        <p:spPr>
          <a:xfrm>
            <a:off x="1802824" y="1793200"/>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174" name="Google Shape;174;p15"/>
          <p:cNvSpPr txBox="1"/>
          <p:nvPr>
            <p:ph idx="2" type="subTitle"/>
          </p:nvPr>
        </p:nvSpPr>
        <p:spPr>
          <a:xfrm>
            <a:off x="1802812" y="2073698"/>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5" name="Google Shape;175;p15"/>
          <p:cNvSpPr txBox="1"/>
          <p:nvPr>
            <p:ph idx="3" type="subTitle"/>
          </p:nvPr>
        </p:nvSpPr>
        <p:spPr>
          <a:xfrm>
            <a:off x="5714187" y="2073698"/>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6" name="Google Shape;176;p15"/>
          <p:cNvSpPr txBox="1"/>
          <p:nvPr>
            <p:ph idx="4" type="subTitle"/>
          </p:nvPr>
        </p:nvSpPr>
        <p:spPr>
          <a:xfrm>
            <a:off x="1802800" y="3595951"/>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7" name="Google Shape;177;p15"/>
          <p:cNvSpPr txBox="1"/>
          <p:nvPr>
            <p:ph idx="5" type="subTitle"/>
          </p:nvPr>
        </p:nvSpPr>
        <p:spPr>
          <a:xfrm>
            <a:off x="5714175" y="3595951"/>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8" name="Google Shape;178;p1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9" name="Google Shape;179;p15"/>
          <p:cNvSpPr txBox="1"/>
          <p:nvPr>
            <p:ph idx="6" type="subTitle"/>
          </p:nvPr>
        </p:nvSpPr>
        <p:spPr>
          <a:xfrm>
            <a:off x="1802824" y="3317703"/>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180" name="Google Shape;180;p15"/>
          <p:cNvSpPr txBox="1"/>
          <p:nvPr>
            <p:ph idx="7" type="subTitle"/>
          </p:nvPr>
        </p:nvSpPr>
        <p:spPr>
          <a:xfrm>
            <a:off x="5714194" y="1793200"/>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181" name="Google Shape;181;p15"/>
          <p:cNvSpPr txBox="1"/>
          <p:nvPr>
            <p:ph idx="8" type="subTitle"/>
          </p:nvPr>
        </p:nvSpPr>
        <p:spPr>
          <a:xfrm>
            <a:off x="5714194" y="3317703"/>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grpSp>
        <p:nvGrpSpPr>
          <p:cNvPr id="182" name="Google Shape;182;p15"/>
          <p:cNvGrpSpPr/>
          <p:nvPr/>
        </p:nvGrpSpPr>
        <p:grpSpPr>
          <a:xfrm>
            <a:off x="-67775" y="265264"/>
            <a:ext cx="9242625" cy="4607450"/>
            <a:chOff x="-67775" y="265264"/>
            <a:chExt cx="9242625" cy="4607450"/>
          </a:xfrm>
        </p:grpSpPr>
        <p:cxnSp>
          <p:nvCxnSpPr>
            <p:cNvPr id="183" name="Google Shape;183;p15"/>
            <p:cNvCxnSpPr/>
            <p:nvPr/>
          </p:nvCxnSpPr>
          <p:spPr>
            <a:xfrm>
              <a:off x="3343500" y="26526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184" name="Google Shape;184;p15"/>
            <p:cNvCxnSpPr/>
            <p:nvPr/>
          </p:nvCxnSpPr>
          <p:spPr>
            <a:xfrm>
              <a:off x="-67775" y="26526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185" name="Google Shape;185;p15"/>
            <p:cNvCxnSpPr/>
            <p:nvPr/>
          </p:nvCxnSpPr>
          <p:spPr>
            <a:xfrm>
              <a:off x="6717850" y="26526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186" name="Google Shape;186;p15"/>
            <p:cNvCxnSpPr/>
            <p:nvPr/>
          </p:nvCxnSpPr>
          <p:spPr>
            <a:xfrm>
              <a:off x="3343500" y="487271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187" name="Google Shape;187;p15"/>
            <p:cNvCxnSpPr/>
            <p:nvPr/>
          </p:nvCxnSpPr>
          <p:spPr>
            <a:xfrm>
              <a:off x="-67775" y="487271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188" name="Google Shape;188;p15"/>
            <p:cNvCxnSpPr/>
            <p:nvPr/>
          </p:nvCxnSpPr>
          <p:spPr>
            <a:xfrm>
              <a:off x="6717850" y="4872714"/>
              <a:ext cx="2457000" cy="0"/>
            </a:xfrm>
            <a:prstGeom prst="straightConnector1">
              <a:avLst/>
            </a:prstGeom>
            <a:noFill/>
            <a:ln cap="flat" cmpd="sng" w="19050">
              <a:solidFill>
                <a:schemeClr val="dk2"/>
              </a:solidFill>
              <a:prstDash val="solid"/>
              <a:round/>
              <a:headEnd len="med" w="med" type="none"/>
              <a:tailEnd len="med" w="med" type="none"/>
            </a:ln>
          </p:spPr>
        </p:cxnSp>
      </p:grpSp>
      <p:grpSp>
        <p:nvGrpSpPr>
          <p:cNvPr id="189" name="Google Shape;189;p15"/>
          <p:cNvGrpSpPr/>
          <p:nvPr/>
        </p:nvGrpSpPr>
        <p:grpSpPr>
          <a:xfrm>
            <a:off x="278925" y="1922875"/>
            <a:ext cx="8586150" cy="1292250"/>
            <a:chOff x="278925" y="1922875"/>
            <a:chExt cx="8586150" cy="1292250"/>
          </a:xfrm>
        </p:grpSpPr>
        <p:grpSp>
          <p:nvGrpSpPr>
            <p:cNvPr id="190" name="Google Shape;190;p15"/>
            <p:cNvGrpSpPr/>
            <p:nvPr/>
          </p:nvGrpSpPr>
          <p:grpSpPr>
            <a:xfrm>
              <a:off x="278925" y="1922875"/>
              <a:ext cx="153900" cy="1292250"/>
              <a:chOff x="278925" y="1922875"/>
              <a:chExt cx="153900" cy="1292250"/>
            </a:xfrm>
          </p:grpSpPr>
          <p:sp>
            <p:nvSpPr>
              <p:cNvPr id="191" name="Google Shape;191;p15"/>
              <p:cNvSpPr/>
              <p:nvPr/>
            </p:nvSpPr>
            <p:spPr>
              <a:xfrm rot="5400000">
                <a:off x="278925" y="192287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2" name="Google Shape;192;p15"/>
              <p:cNvSpPr/>
              <p:nvPr/>
            </p:nvSpPr>
            <p:spPr>
              <a:xfrm rot="5400000">
                <a:off x="278925" y="249205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3" name="Google Shape;193;p15"/>
              <p:cNvSpPr/>
              <p:nvPr/>
            </p:nvSpPr>
            <p:spPr>
              <a:xfrm rot="5400000">
                <a:off x="278925" y="30612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194" name="Google Shape;194;p15"/>
            <p:cNvGrpSpPr/>
            <p:nvPr/>
          </p:nvGrpSpPr>
          <p:grpSpPr>
            <a:xfrm>
              <a:off x="8711175" y="1922875"/>
              <a:ext cx="153900" cy="1292250"/>
              <a:chOff x="8711175" y="1922875"/>
              <a:chExt cx="153900" cy="1292250"/>
            </a:xfrm>
          </p:grpSpPr>
          <p:sp>
            <p:nvSpPr>
              <p:cNvPr id="195" name="Google Shape;195;p15"/>
              <p:cNvSpPr/>
              <p:nvPr/>
            </p:nvSpPr>
            <p:spPr>
              <a:xfrm rot="5400000">
                <a:off x="8711175" y="192287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6" name="Google Shape;196;p15"/>
              <p:cNvSpPr/>
              <p:nvPr/>
            </p:nvSpPr>
            <p:spPr>
              <a:xfrm rot="5400000">
                <a:off x="8711175" y="249205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7" name="Google Shape;197;p15"/>
              <p:cNvSpPr/>
              <p:nvPr/>
            </p:nvSpPr>
            <p:spPr>
              <a:xfrm rot="5400000">
                <a:off x="8711175" y="30612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2">
    <p:spTree>
      <p:nvGrpSpPr>
        <p:cNvPr id="198" name="Shape 198"/>
        <p:cNvGrpSpPr/>
        <p:nvPr/>
      </p:nvGrpSpPr>
      <p:grpSpPr>
        <a:xfrm>
          <a:off x="0" y="0"/>
          <a:ext cx="0" cy="0"/>
          <a:chOff x="0" y="0"/>
          <a:chExt cx="0" cy="0"/>
        </a:xfrm>
      </p:grpSpPr>
      <p:sp>
        <p:nvSpPr>
          <p:cNvPr id="199" name="Google Shape;199;p16"/>
          <p:cNvSpPr txBox="1"/>
          <p:nvPr>
            <p:ph idx="1" type="subTitle"/>
          </p:nvPr>
        </p:nvSpPr>
        <p:spPr>
          <a:xfrm>
            <a:off x="720000" y="3734983"/>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00" name="Google Shape;200;p16"/>
          <p:cNvSpPr txBox="1"/>
          <p:nvPr>
            <p:ph idx="2" type="subTitle"/>
          </p:nvPr>
        </p:nvSpPr>
        <p:spPr>
          <a:xfrm>
            <a:off x="720000" y="4015483"/>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1" name="Google Shape;201;p1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2" name="Google Shape;202;p16"/>
          <p:cNvSpPr txBox="1"/>
          <p:nvPr>
            <p:ph hasCustomPrompt="1" idx="3" type="title"/>
          </p:nvPr>
        </p:nvSpPr>
        <p:spPr>
          <a:xfrm>
            <a:off x="1617001" y="3018692"/>
            <a:ext cx="630900" cy="6309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3" name="Google Shape;203;p16"/>
          <p:cNvSpPr txBox="1"/>
          <p:nvPr>
            <p:ph idx="4" type="subTitle"/>
          </p:nvPr>
        </p:nvSpPr>
        <p:spPr>
          <a:xfrm>
            <a:off x="3359550" y="3734983"/>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04" name="Google Shape;204;p16"/>
          <p:cNvSpPr txBox="1"/>
          <p:nvPr>
            <p:ph idx="5" type="subTitle"/>
          </p:nvPr>
        </p:nvSpPr>
        <p:spPr>
          <a:xfrm>
            <a:off x="3359550" y="4015483"/>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5" name="Google Shape;205;p16"/>
          <p:cNvSpPr txBox="1"/>
          <p:nvPr>
            <p:ph hasCustomPrompt="1" idx="6" type="title"/>
          </p:nvPr>
        </p:nvSpPr>
        <p:spPr>
          <a:xfrm>
            <a:off x="4256552" y="3018692"/>
            <a:ext cx="630900" cy="6309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6" name="Google Shape;206;p16"/>
          <p:cNvSpPr txBox="1"/>
          <p:nvPr>
            <p:ph idx="7" type="subTitle"/>
          </p:nvPr>
        </p:nvSpPr>
        <p:spPr>
          <a:xfrm>
            <a:off x="5999050" y="3734983"/>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07" name="Google Shape;207;p16"/>
          <p:cNvSpPr txBox="1"/>
          <p:nvPr>
            <p:ph idx="8" type="subTitle"/>
          </p:nvPr>
        </p:nvSpPr>
        <p:spPr>
          <a:xfrm>
            <a:off x="5999050" y="4015483"/>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16"/>
          <p:cNvSpPr txBox="1"/>
          <p:nvPr>
            <p:ph hasCustomPrompt="1" idx="9" type="title"/>
          </p:nvPr>
        </p:nvSpPr>
        <p:spPr>
          <a:xfrm>
            <a:off x="6896076" y="3018692"/>
            <a:ext cx="630900" cy="6309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9" name="Google Shape;209;p16"/>
          <p:cNvSpPr txBox="1"/>
          <p:nvPr>
            <p:ph idx="13" type="subTitle"/>
          </p:nvPr>
        </p:nvSpPr>
        <p:spPr>
          <a:xfrm>
            <a:off x="2039800" y="1923358"/>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10" name="Google Shape;210;p16"/>
          <p:cNvSpPr txBox="1"/>
          <p:nvPr>
            <p:ph idx="14" type="subTitle"/>
          </p:nvPr>
        </p:nvSpPr>
        <p:spPr>
          <a:xfrm>
            <a:off x="2039800" y="2203858"/>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1" name="Google Shape;211;p16"/>
          <p:cNvSpPr txBox="1"/>
          <p:nvPr>
            <p:ph hasCustomPrompt="1" idx="15" type="title"/>
          </p:nvPr>
        </p:nvSpPr>
        <p:spPr>
          <a:xfrm>
            <a:off x="2936802" y="1207067"/>
            <a:ext cx="630900" cy="6309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2" name="Google Shape;212;p16"/>
          <p:cNvSpPr txBox="1"/>
          <p:nvPr>
            <p:ph idx="16" type="subTitle"/>
          </p:nvPr>
        </p:nvSpPr>
        <p:spPr>
          <a:xfrm>
            <a:off x="4679300" y="1923358"/>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13" name="Google Shape;213;p16"/>
          <p:cNvSpPr txBox="1"/>
          <p:nvPr>
            <p:ph idx="17" type="subTitle"/>
          </p:nvPr>
        </p:nvSpPr>
        <p:spPr>
          <a:xfrm>
            <a:off x="4679300" y="2203858"/>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4" name="Google Shape;214;p16"/>
          <p:cNvSpPr txBox="1"/>
          <p:nvPr>
            <p:ph hasCustomPrompt="1" idx="18" type="title"/>
          </p:nvPr>
        </p:nvSpPr>
        <p:spPr>
          <a:xfrm>
            <a:off x="5576326" y="1207067"/>
            <a:ext cx="630900" cy="6309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grpSp>
        <p:nvGrpSpPr>
          <p:cNvPr id="215" name="Google Shape;215;p16"/>
          <p:cNvGrpSpPr/>
          <p:nvPr/>
        </p:nvGrpSpPr>
        <p:grpSpPr>
          <a:xfrm>
            <a:off x="-67775" y="265264"/>
            <a:ext cx="9242625" cy="4634425"/>
            <a:chOff x="-67775" y="265264"/>
            <a:chExt cx="9242625" cy="4634425"/>
          </a:xfrm>
        </p:grpSpPr>
        <p:grpSp>
          <p:nvGrpSpPr>
            <p:cNvPr id="216" name="Google Shape;216;p16"/>
            <p:cNvGrpSpPr/>
            <p:nvPr/>
          </p:nvGrpSpPr>
          <p:grpSpPr>
            <a:xfrm>
              <a:off x="-67775" y="265264"/>
              <a:ext cx="9242625" cy="0"/>
              <a:chOff x="-67775" y="265264"/>
              <a:chExt cx="9242625" cy="0"/>
            </a:xfrm>
          </p:grpSpPr>
          <p:cxnSp>
            <p:nvCxnSpPr>
              <p:cNvPr id="217" name="Google Shape;217;p16"/>
              <p:cNvCxnSpPr/>
              <p:nvPr/>
            </p:nvCxnSpPr>
            <p:spPr>
              <a:xfrm>
                <a:off x="3343500" y="26526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218" name="Google Shape;218;p16"/>
              <p:cNvCxnSpPr/>
              <p:nvPr/>
            </p:nvCxnSpPr>
            <p:spPr>
              <a:xfrm>
                <a:off x="-67775" y="26526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219" name="Google Shape;219;p16"/>
              <p:cNvCxnSpPr/>
              <p:nvPr/>
            </p:nvCxnSpPr>
            <p:spPr>
              <a:xfrm>
                <a:off x="6717850" y="265264"/>
                <a:ext cx="2457000" cy="0"/>
              </a:xfrm>
              <a:prstGeom prst="straightConnector1">
                <a:avLst/>
              </a:prstGeom>
              <a:noFill/>
              <a:ln cap="flat" cmpd="sng" w="19050">
                <a:solidFill>
                  <a:schemeClr val="dk2"/>
                </a:solidFill>
                <a:prstDash val="solid"/>
                <a:round/>
                <a:headEnd len="med" w="med" type="none"/>
                <a:tailEnd len="med" w="med" type="none"/>
              </a:ln>
            </p:spPr>
          </p:cxnSp>
        </p:grpSp>
        <p:grpSp>
          <p:nvGrpSpPr>
            <p:cNvPr id="220" name="Google Shape;220;p16"/>
            <p:cNvGrpSpPr/>
            <p:nvPr/>
          </p:nvGrpSpPr>
          <p:grpSpPr>
            <a:xfrm>
              <a:off x="-67775" y="4899689"/>
              <a:ext cx="9242625" cy="0"/>
              <a:chOff x="-67775" y="4899689"/>
              <a:chExt cx="9242625" cy="0"/>
            </a:xfrm>
          </p:grpSpPr>
          <p:cxnSp>
            <p:nvCxnSpPr>
              <p:cNvPr id="221" name="Google Shape;221;p16"/>
              <p:cNvCxnSpPr/>
              <p:nvPr/>
            </p:nvCxnSpPr>
            <p:spPr>
              <a:xfrm>
                <a:off x="3343500" y="4899689"/>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222" name="Google Shape;222;p16"/>
              <p:cNvCxnSpPr/>
              <p:nvPr/>
            </p:nvCxnSpPr>
            <p:spPr>
              <a:xfrm>
                <a:off x="-67775" y="4899689"/>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223" name="Google Shape;223;p16"/>
              <p:cNvCxnSpPr/>
              <p:nvPr/>
            </p:nvCxnSpPr>
            <p:spPr>
              <a:xfrm>
                <a:off x="6717850" y="4899689"/>
                <a:ext cx="2457000" cy="0"/>
              </a:xfrm>
              <a:prstGeom prst="straightConnector1">
                <a:avLst/>
              </a:prstGeom>
              <a:noFill/>
              <a:ln cap="flat" cmpd="sng" w="19050">
                <a:solidFill>
                  <a:schemeClr val="dk2"/>
                </a:solidFill>
                <a:prstDash val="solid"/>
                <a:round/>
                <a:headEnd len="med" w="med" type="none"/>
                <a:tailEnd len="med" w="med" type="none"/>
              </a:ln>
            </p:spPr>
          </p:cxnSp>
        </p:grpSp>
      </p:grpSp>
      <p:grpSp>
        <p:nvGrpSpPr>
          <p:cNvPr id="224" name="Google Shape;224;p16"/>
          <p:cNvGrpSpPr/>
          <p:nvPr/>
        </p:nvGrpSpPr>
        <p:grpSpPr>
          <a:xfrm>
            <a:off x="278925" y="452550"/>
            <a:ext cx="8638350" cy="4232900"/>
            <a:chOff x="278925" y="452550"/>
            <a:chExt cx="8638350" cy="4232900"/>
          </a:xfrm>
        </p:grpSpPr>
        <p:grpSp>
          <p:nvGrpSpPr>
            <p:cNvPr id="225" name="Google Shape;225;p16"/>
            <p:cNvGrpSpPr/>
            <p:nvPr/>
          </p:nvGrpSpPr>
          <p:grpSpPr>
            <a:xfrm>
              <a:off x="278925" y="452550"/>
              <a:ext cx="153900" cy="4232900"/>
              <a:chOff x="278925" y="452550"/>
              <a:chExt cx="153900" cy="4232900"/>
            </a:xfrm>
          </p:grpSpPr>
          <p:sp>
            <p:nvSpPr>
              <p:cNvPr id="226" name="Google Shape;226;p16"/>
              <p:cNvSpPr/>
              <p:nvPr/>
            </p:nvSpPr>
            <p:spPr>
              <a:xfrm rot="5400000">
                <a:off x="278925" y="452550"/>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27" name="Google Shape;227;p16"/>
              <p:cNvSpPr/>
              <p:nvPr/>
            </p:nvSpPr>
            <p:spPr>
              <a:xfrm rot="5400000">
                <a:off x="278925" y="45315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228" name="Google Shape;228;p16"/>
            <p:cNvGrpSpPr/>
            <p:nvPr/>
          </p:nvGrpSpPr>
          <p:grpSpPr>
            <a:xfrm>
              <a:off x="8763375" y="458050"/>
              <a:ext cx="153900" cy="4227400"/>
              <a:chOff x="8763375" y="458050"/>
              <a:chExt cx="153900" cy="4227400"/>
            </a:xfrm>
          </p:grpSpPr>
          <p:sp>
            <p:nvSpPr>
              <p:cNvPr id="229" name="Google Shape;229;p16"/>
              <p:cNvSpPr/>
              <p:nvPr/>
            </p:nvSpPr>
            <p:spPr>
              <a:xfrm rot="5400000">
                <a:off x="8763375" y="4580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30" name="Google Shape;230;p16"/>
              <p:cNvSpPr/>
              <p:nvPr/>
            </p:nvSpPr>
            <p:spPr>
              <a:xfrm rot="5400000">
                <a:off x="8763375" y="4531550"/>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31" name="Shape 231"/>
        <p:cNvGrpSpPr/>
        <p:nvPr/>
      </p:nvGrpSpPr>
      <p:grpSpPr>
        <a:xfrm>
          <a:off x="0" y="0"/>
          <a:ext cx="0" cy="0"/>
          <a:chOff x="0" y="0"/>
          <a:chExt cx="0" cy="0"/>
        </a:xfrm>
      </p:grpSpPr>
      <p:sp>
        <p:nvSpPr>
          <p:cNvPr id="232" name="Google Shape;232;p1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3" name="Google Shape;233;p17"/>
          <p:cNvSpPr txBox="1"/>
          <p:nvPr>
            <p:ph idx="1" type="subTitle"/>
          </p:nvPr>
        </p:nvSpPr>
        <p:spPr>
          <a:xfrm>
            <a:off x="717550" y="2414256"/>
            <a:ext cx="2391600" cy="4848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4" name="Google Shape;234;p17"/>
          <p:cNvSpPr txBox="1"/>
          <p:nvPr>
            <p:ph idx="2" type="subTitle"/>
          </p:nvPr>
        </p:nvSpPr>
        <p:spPr>
          <a:xfrm>
            <a:off x="3375568" y="2414256"/>
            <a:ext cx="2391600" cy="4848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5" name="Google Shape;235;p17"/>
          <p:cNvSpPr txBox="1"/>
          <p:nvPr>
            <p:ph idx="3" type="subTitle"/>
          </p:nvPr>
        </p:nvSpPr>
        <p:spPr>
          <a:xfrm>
            <a:off x="6033585" y="2414256"/>
            <a:ext cx="2391600" cy="4848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6" name="Google Shape;236;p17"/>
          <p:cNvSpPr txBox="1"/>
          <p:nvPr>
            <p:ph idx="4" type="subTitle"/>
          </p:nvPr>
        </p:nvSpPr>
        <p:spPr>
          <a:xfrm>
            <a:off x="717550" y="4123702"/>
            <a:ext cx="2391600" cy="4848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7" name="Google Shape;237;p17"/>
          <p:cNvSpPr txBox="1"/>
          <p:nvPr>
            <p:ph idx="5" type="subTitle"/>
          </p:nvPr>
        </p:nvSpPr>
        <p:spPr>
          <a:xfrm>
            <a:off x="3375585" y="4123702"/>
            <a:ext cx="2391600" cy="4848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8" name="Google Shape;238;p17"/>
          <p:cNvSpPr txBox="1"/>
          <p:nvPr>
            <p:ph idx="6" type="subTitle"/>
          </p:nvPr>
        </p:nvSpPr>
        <p:spPr>
          <a:xfrm>
            <a:off x="6033620" y="4123702"/>
            <a:ext cx="2391600" cy="4848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 name="Google Shape;239;p17"/>
          <p:cNvSpPr txBox="1"/>
          <p:nvPr>
            <p:ph idx="7" type="subTitle"/>
          </p:nvPr>
        </p:nvSpPr>
        <p:spPr>
          <a:xfrm>
            <a:off x="717550" y="2057850"/>
            <a:ext cx="2391600" cy="3564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40" name="Google Shape;240;p17"/>
          <p:cNvSpPr txBox="1"/>
          <p:nvPr>
            <p:ph idx="8" type="subTitle"/>
          </p:nvPr>
        </p:nvSpPr>
        <p:spPr>
          <a:xfrm>
            <a:off x="3375568" y="2057850"/>
            <a:ext cx="2391600" cy="3564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41" name="Google Shape;241;p17"/>
          <p:cNvSpPr txBox="1"/>
          <p:nvPr>
            <p:ph idx="9" type="subTitle"/>
          </p:nvPr>
        </p:nvSpPr>
        <p:spPr>
          <a:xfrm>
            <a:off x="6033585" y="2057850"/>
            <a:ext cx="2391600" cy="3564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42" name="Google Shape;242;p17"/>
          <p:cNvSpPr txBox="1"/>
          <p:nvPr>
            <p:ph idx="13" type="subTitle"/>
          </p:nvPr>
        </p:nvSpPr>
        <p:spPr>
          <a:xfrm>
            <a:off x="717550" y="3762700"/>
            <a:ext cx="2391600" cy="3564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43" name="Google Shape;243;p17"/>
          <p:cNvSpPr txBox="1"/>
          <p:nvPr>
            <p:ph idx="14" type="subTitle"/>
          </p:nvPr>
        </p:nvSpPr>
        <p:spPr>
          <a:xfrm>
            <a:off x="3375585" y="3762700"/>
            <a:ext cx="2391600" cy="3564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sp>
        <p:nvSpPr>
          <p:cNvPr id="244" name="Google Shape;244;p17"/>
          <p:cNvSpPr txBox="1"/>
          <p:nvPr>
            <p:ph idx="15" type="subTitle"/>
          </p:nvPr>
        </p:nvSpPr>
        <p:spPr>
          <a:xfrm>
            <a:off x="6033620" y="3762700"/>
            <a:ext cx="2391600" cy="3564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1800"/>
              <a:buFont typeface="Raleway"/>
              <a:buNone/>
              <a:defRPr b="1" sz="1800">
                <a:solidFill>
                  <a:schemeClr val="dk1"/>
                </a:solidFill>
                <a:latin typeface="Raleway"/>
                <a:ea typeface="Raleway"/>
                <a:cs typeface="Raleway"/>
                <a:sym typeface="Raleway"/>
              </a:defRPr>
            </a:lvl9pPr>
          </a:lstStyle>
          <a:p/>
        </p:txBody>
      </p:sp>
      <p:grpSp>
        <p:nvGrpSpPr>
          <p:cNvPr id="245" name="Google Shape;245;p17"/>
          <p:cNvGrpSpPr/>
          <p:nvPr/>
        </p:nvGrpSpPr>
        <p:grpSpPr>
          <a:xfrm>
            <a:off x="341638" y="258029"/>
            <a:ext cx="8471908" cy="4580158"/>
            <a:chOff x="341638" y="258029"/>
            <a:chExt cx="8471908" cy="4580158"/>
          </a:xfrm>
        </p:grpSpPr>
        <p:grpSp>
          <p:nvGrpSpPr>
            <p:cNvPr id="246" name="Google Shape;246;p17"/>
            <p:cNvGrpSpPr/>
            <p:nvPr/>
          </p:nvGrpSpPr>
          <p:grpSpPr>
            <a:xfrm>
              <a:off x="341638" y="258029"/>
              <a:ext cx="153900" cy="1292250"/>
              <a:chOff x="341638" y="258029"/>
              <a:chExt cx="153900" cy="1292250"/>
            </a:xfrm>
          </p:grpSpPr>
          <p:sp>
            <p:nvSpPr>
              <p:cNvPr id="247" name="Google Shape;247;p17"/>
              <p:cNvSpPr/>
              <p:nvPr/>
            </p:nvSpPr>
            <p:spPr>
              <a:xfrm flipH="1" rot="5400000">
                <a:off x="341638" y="1396379"/>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48" name="Google Shape;248;p17"/>
              <p:cNvSpPr/>
              <p:nvPr/>
            </p:nvSpPr>
            <p:spPr>
              <a:xfrm flipH="1" rot="5400000">
                <a:off x="341638" y="827204"/>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49" name="Google Shape;249;p17"/>
              <p:cNvSpPr/>
              <p:nvPr/>
            </p:nvSpPr>
            <p:spPr>
              <a:xfrm flipH="1" rot="5400000">
                <a:off x="341638" y="258029"/>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250" name="Google Shape;250;p17"/>
            <p:cNvGrpSpPr/>
            <p:nvPr/>
          </p:nvGrpSpPr>
          <p:grpSpPr>
            <a:xfrm>
              <a:off x="8659646" y="3545938"/>
              <a:ext cx="153900" cy="1292250"/>
              <a:chOff x="8659646" y="3545938"/>
              <a:chExt cx="153900" cy="1292250"/>
            </a:xfrm>
          </p:grpSpPr>
          <p:sp>
            <p:nvSpPr>
              <p:cNvPr id="251" name="Google Shape;251;p17"/>
              <p:cNvSpPr/>
              <p:nvPr/>
            </p:nvSpPr>
            <p:spPr>
              <a:xfrm rot="-5400000">
                <a:off x="8659646" y="4684288"/>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52" name="Google Shape;252;p17"/>
              <p:cNvSpPr/>
              <p:nvPr/>
            </p:nvSpPr>
            <p:spPr>
              <a:xfrm rot="-5400000">
                <a:off x="8659646" y="4115113"/>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53" name="Google Shape;253;p17"/>
              <p:cNvSpPr/>
              <p:nvPr/>
            </p:nvSpPr>
            <p:spPr>
              <a:xfrm rot="-5400000">
                <a:off x="8659646" y="3545938"/>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grpSp>
        <p:nvGrpSpPr>
          <p:cNvPr id="254" name="Google Shape;254;p17"/>
          <p:cNvGrpSpPr/>
          <p:nvPr/>
        </p:nvGrpSpPr>
        <p:grpSpPr>
          <a:xfrm>
            <a:off x="174113" y="-300546"/>
            <a:ext cx="8806958" cy="5498608"/>
            <a:chOff x="174113" y="-300546"/>
            <a:chExt cx="8806958" cy="5498608"/>
          </a:xfrm>
        </p:grpSpPr>
        <p:cxnSp>
          <p:nvCxnSpPr>
            <p:cNvPr id="255" name="Google Shape;255;p17"/>
            <p:cNvCxnSpPr/>
            <p:nvPr/>
          </p:nvCxnSpPr>
          <p:spPr>
            <a:xfrm rot="-5400000">
              <a:off x="-931237" y="804804"/>
              <a:ext cx="2210700" cy="0"/>
            </a:xfrm>
            <a:prstGeom prst="straightConnector1">
              <a:avLst/>
            </a:prstGeom>
            <a:noFill/>
            <a:ln cap="flat" cmpd="sng" w="19050">
              <a:solidFill>
                <a:schemeClr val="dk2"/>
              </a:solidFill>
              <a:prstDash val="solid"/>
              <a:round/>
              <a:headEnd len="med" w="med" type="none"/>
              <a:tailEnd len="med" w="med" type="none"/>
            </a:ln>
          </p:spPr>
        </p:cxnSp>
        <p:cxnSp>
          <p:nvCxnSpPr>
            <p:cNvPr id="256" name="Google Shape;256;p17"/>
            <p:cNvCxnSpPr/>
            <p:nvPr/>
          </p:nvCxnSpPr>
          <p:spPr>
            <a:xfrm rot="-5400000">
              <a:off x="7875721" y="4092713"/>
              <a:ext cx="2210700" cy="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57" name="Shape 257"/>
        <p:cNvGrpSpPr/>
        <p:nvPr/>
      </p:nvGrpSpPr>
      <p:grpSpPr>
        <a:xfrm>
          <a:off x="0" y="0"/>
          <a:ext cx="0" cy="0"/>
          <a:chOff x="0" y="0"/>
          <a:chExt cx="0" cy="0"/>
        </a:xfrm>
      </p:grpSpPr>
      <p:sp>
        <p:nvSpPr>
          <p:cNvPr id="258" name="Google Shape;258;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59" name="Google Shape;259;p18"/>
          <p:cNvGrpSpPr/>
          <p:nvPr/>
        </p:nvGrpSpPr>
        <p:grpSpPr>
          <a:xfrm>
            <a:off x="360475" y="331339"/>
            <a:ext cx="8432200" cy="4480800"/>
            <a:chOff x="360475" y="331339"/>
            <a:chExt cx="8432200" cy="4480800"/>
          </a:xfrm>
        </p:grpSpPr>
        <p:grpSp>
          <p:nvGrpSpPr>
            <p:cNvPr id="260" name="Google Shape;260;p18"/>
            <p:cNvGrpSpPr/>
            <p:nvPr/>
          </p:nvGrpSpPr>
          <p:grpSpPr>
            <a:xfrm>
              <a:off x="360475" y="331339"/>
              <a:ext cx="221525" cy="4480800"/>
              <a:chOff x="360475" y="331339"/>
              <a:chExt cx="221525" cy="4480800"/>
            </a:xfrm>
          </p:grpSpPr>
          <p:cxnSp>
            <p:nvCxnSpPr>
              <p:cNvPr id="261" name="Google Shape;261;p18"/>
              <p:cNvCxnSpPr/>
              <p:nvPr/>
            </p:nvCxnSpPr>
            <p:spPr>
              <a:xfrm>
                <a:off x="360475" y="331339"/>
                <a:ext cx="0" cy="4480800"/>
              </a:xfrm>
              <a:prstGeom prst="straightConnector1">
                <a:avLst/>
              </a:prstGeom>
              <a:noFill/>
              <a:ln cap="flat" cmpd="sng" w="19050">
                <a:solidFill>
                  <a:schemeClr val="dk2"/>
                </a:solidFill>
                <a:prstDash val="solid"/>
                <a:round/>
                <a:headEnd len="med" w="med" type="none"/>
                <a:tailEnd len="med" w="med" type="none"/>
              </a:ln>
            </p:spPr>
          </p:cxnSp>
          <p:cxnSp>
            <p:nvCxnSpPr>
              <p:cNvPr id="262" name="Google Shape;262;p18"/>
              <p:cNvCxnSpPr/>
              <p:nvPr/>
            </p:nvCxnSpPr>
            <p:spPr>
              <a:xfrm>
                <a:off x="582000" y="1327800"/>
                <a:ext cx="0" cy="2487900"/>
              </a:xfrm>
              <a:prstGeom prst="straightConnector1">
                <a:avLst/>
              </a:prstGeom>
              <a:noFill/>
              <a:ln cap="flat" cmpd="sng" w="19050">
                <a:solidFill>
                  <a:schemeClr val="dk2"/>
                </a:solidFill>
                <a:prstDash val="solid"/>
                <a:round/>
                <a:headEnd len="med" w="med" type="none"/>
                <a:tailEnd len="med" w="med" type="none"/>
              </a:ln>
            </p:spPr>
          </p:cxnSp>
        </p:grpSp>
        <p:grpSp>
          <p:nvGrpSpPr>
            <p:cNvPr id="263" name="Google Shape;263;p18"/>
            <p:cNvGrpSpPr/>
            <p:nvPr/>
          </p:nvGrpSpPr>
          <p:grpSpPr>
            <a:xfrm>
              <a:off x="8578575" y="331339"/>
              <a:ext cx="214100" cy="4480800"/>
              <a:chOff x="8578575" y="331339"/>
              <a:chExt cx="214100" cy="4480800"/>
            </a:xfrm>
          </p:grpSpPr>
          <p:cxnSp>
            <p:nvCxnSpPr>
              <p:cNvPr id="264" name="Google Shape;264;p18"/>
              <p:cNvCxnSpPr/>
              <p:nvPr/>
            </p:nvCxnSpPr>
            <p:spPr>
              <a:xfrm>
                <a:off x="8792675" y="331339"/>
                <a:ext cx="0" cy="4480800"/>
              </a:xfrm>
              <a:prstGeom prst="straightConnector1">
                <a:avLst/>
              </a:prstGeom>
              <a:noFill/>
              <a:ln cap="flat" cmpd="sng" w="19050">
                <a:solidFill>
                  <a:schemeClr val="dk2"/>
                </a:solidFill>
                <a:prstDash val="solid"/>
                <a:round/>
                <a:headEnd len="med" w="med" type="none"/>
                <a:tailEnd len="med" w="med" type="none"/>
              </a:ln>
            </p:spPr>
          </p:cxnSp>
          <p:cxnSp>
            <p:nvCxnSpPr>
              <p:cNvPr id="265" name="Google Shape;265;p18"/>
              <p:cNvCxnSpPr/>
              <p:nvPr/>
            </p:nvCxnSpPr>
            <p:spPr>
              <a:xfrm>
                <a:off x="8578575" y="1327800"/>
                <a:ext cx="0" cy="2487900"/>
              </a:xfrm>
              <a:prstGeom prst="straightConnector1">
                <a:avLst/>
              </a:prstGeom>
              <a:noFill/>
              <a:ln cap="flat" cmpd="sng" w="19050">
                <a:solidFill>
                  <a:schemeClr val="dk2"/>
                </a:solidFill>
                <a:prstDash val="solid"/>
                <a:round/>
                <a:headEnd len="med" w="med" type="none"/>
                <a:tailEnd len="med" w="med" type="none"/>
              </a:ln>
            </p:spPr>
          </p:cxnSp>
        </p:grpSp>
      </p:grpSp>
      <p:grpSp>
        <p:nvGrpSpPr>
          <p:cNvPr id="266" name="Google Shape;266;p18"/>
          <p:cNvGrpSpPr/>
          <p:nvPr/>
        </p:nvGrpSpPr>
        <p:grpSpPr>
          <a:xfrm>
            <a:off x="878175" y="247600"/>
            <a:ext cx="7396800" cy="153900"/>
            <a:chOff x="878175" y="247600"/>
            <a:chExt cx="7396800" cy="153900"/>
          </a:xfrm>
        </p:grpSpPr>
        <p:sp>
          <p:nvSpPr>
            <p:cNvPr id="267" name="Google Shape;267;p18"/>
            <p:cNvSpPr/>
            <p:nvPr/>
          </p:nvSpPr>
          <p:spPr>
            <a:xfrm>
              <a:off x="8121075" y="24760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68" name="Google Shape;268;p18"/>
            <p:cNvSpPr/>
            <p:nvPr/>
          </p:nvSpPr>
          <p:spPr>
            <a:xfrm>
              <a:off x="4499625" y="24760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69" name="Google Shape;269;p18"/>
            <p:cNvSpPr/>
            <p:nvPr/>
          </p:nvSpPr>
          <p:spPr>
            <a:xfrm>
              <a:off x="878175" y="24760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70" name="Shape 270"/>
        <p:cNvGrpSpPr/>
        <p:nvPr/>
      </p:nvGrpSpPr>
      <p:grpSpPr>
        <a:xfrm>
          <a:off x="0" y="0"/>
          <a:ext cx="0" cy="0"/>
          <a:chOff x="0" y="0"/>
          <a:chExt cx="0" cy="0"/>
        </a:xfrm>
      </p:grpSpPr>
      <p:sp>
        <p:nvSpPr>
          <p:cNvPr id="271" name="Google Shape;271;p1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72" name="Google Shape;272;p19"/>
          <p:cNvGrpSpPr/>
          <p:nvPr/>
        </p:nvGrpSpPr>
        <p:grpSpPr>
          <a:xfrm>
            <a:off x="-53000" y="265964"/>
            <a:ext cx="9197000" cy="4602125"/>
            <a:chOff x="-53000" y="265964"/>
            <a:chExt cx="9197000" cy="4602125"/>
          </a:xfrm>
        </p:grpSpPr>
        <p:cxnSp>
          <p:nvCxnSpPr>
            <p:cNvPr id="273" name="Google Shape;273;p19"/>
            <p:cNvCxnSpPr/>
            <p:nvPr/>
          </p:nvCxnSpPr>
          <p:spPr>
            <a:xfrm>
              <a:off x="-53000" y="4868089"/>
              <a:ext cx="5660100" cy="0"/>
            </a:xfrm>
            <a:prstGeom prst="straightConnector1">
              <a:avLst/>
            </a:prstGeom>
            <a:noFill/>
            <a:ln cap="flat" cmpd="sng" w="19050">
              <a:solidFill>
                <a:schemeClr val="dk2"/>
              </a:solidFill>
              <a:prstDash val="solid"/>
              <a:round/>
              <a:headEnd len="med" w="med" type="none"/>
              <a:tailEnd len="med" w="med" type="none"/>
            </a:ln>
          </p:spPr>
        </p:cxnSp>
        <p:cxnSp>
          <p:nvCxnSpPr>
            <p:cNvPr id="274" name="Google Shape;274;p19"/>
            <p:cNvCxnSpPr/>
            <p:nvPr/>
          </p:nvCxnSpPr>
          <p:spPr>
            <a:xfrm>
              <a:off x="3483900" y="265964"/>
              <a:ext cx="5660100" cy="0"/>
            </a:xfrm>
            <a:prstGeom prst="straightConnector1">
              <a:avLst/>
            </a:prstGeom>
            <a:noFill/>
            <a:ln cap="flat" cmpd="sng" w="19050">
              <a:solidFill>
                <a:schemeClr val="dk2"/>
              </a:solidFill>
              <a:prstDash val="solid"/>
              <a:round/>
              <a:headEnd len="med" w="med" type="none"/>
              <a:tailEnd len="med" w="med" type="none"/>
            </a:ln>
          </p:spPr>
        </p:cxnSp>
      </p:grpSp>
      <p:grpSp>
        <p:nvGrpSpPr>
          <p:cNvPr id="275" name="Google Shape;275;p19"/>
          <p:cNvGrpSpPr/>
          <p:nvPr/>
        </p:nvGrpSpPr>
        <p:grpSpPr>
          <a:xfrm>
            <a:off x="3187475" y="189025"/>
            <a:ext cx="2730850" cy="4756025"/>
            <a:chOff x="3187475" y="189025"/>
            <a:chExt cx="2730850" cy="4756025"/>
          </a:xfrm>
        </p:grpSpPr>
        <p:sp>
          <p:nvSpPr>
            <p:cNvPr id="276" name="Google Shape;276;p19"/>
            <p:cNvSpPr/>
            <p:nvPr/>
          </p:nvSpPr>
          <p:spPr>
            <a:xfrm>
              <a:off x="3187475" y="1890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77" name="Google Shape;277;p19"/>
            <p:cNvSpPr/>
            <p:nvPr/>
          </p:nvSpPr>
          <p:spPr>
            <a:xfrm>
              <a:off x="5764425" y="4791150"/>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278" name="Shape 278"/>
        <p:cNvGrpSpPr/>
        <p:nvPr/>
      </p:nvGrpSpPr>
      <p:grpSpPr>
        <a:xfrm>
          <a:off x="0" y="0"/>
          <a:ext cx="0" cy="0"/>
          <a:chOff x="0" y="0"/>
          <a:chExt cx="0" cy="0"/>
        </a:xfrm>
      </p:grpSpPr>
      <p:sp>
        <p:nvSpPr>
          <p:cNvPr id="279" name="Google Shape;279;p2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80" name="Google Shape;280;p20"/>
          <p:cNvGrpSpPr/>
          <p:nvPr/>
        </p:nvGrpSpPr>
        <p:grpSpPr>
          <a:xfrm>
            <a:off x="-50275" y="-67061"/>
            <a:ext cx="9268575" cy="5210550"/>
            <a:chOff x="-50275" y="-67061"/>
            <a:chExt cx="9268575" cy="5210550"/>
          </a:xfrm>
        </p:grpSpPr>
        <p:cxnSp>
          <p:nvCxnSpPr>
            <p:cNvPr id="281" name="Google Shape;281;p20"/>
            <p:cNvCxnSpPr/>
            <p:nvPr/>
          </p:nvCxnSpPr>
          <p:spPr>
            <a:xfrm>
              <a:off x="-50275" y="265264"/>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282" name="Google Shape;282;p20"/>
            <p:cNvCxnSpPr/>
            <p:nvPr/>
          </p:nvCxnSpPr>
          <p:spPr>
            <a:xfrm>
              <a:off x="6761300" y="4868439"/>
              <a:ext cx="2457000" cy="0"/>
            </a:xfrm>
            <a:prstGeom prst="straightConnector1">
              <a:avLst/>
            </a:prstGeom>
            <a:noFill/>
            <a:ln cap="flat" cmpd="sng" w="19050">
              <a:solidFill>
                <a:schemeClr val="dk2"/>
              </a:solidFill>
              <a:prstDash val="solid"/>
              <a:round/>
              <a:headEnd len="med" w="med" type="none"/>
              <a:tailEnd len="med" w="med" type="none"/>
            </a:ln>
          </p:spPr>
        </p:cxnSp>
        <p:cxnSp>
          <p:nvCxnSpPr>
            <p:cNvPr id="283" name="Google Shape;283;p20"/>
            <p:cNvCxnSpPr/>
            <p:nvPr/>
          </p:nvCxnSpPr>
          <p:spPr>
            <a:xfrm>
              <a:off x="8778350" y="-67061"/>
              <a:ext cx="0" cy="2170200"/>
            </a:xfrm>
            <a:prstGeom prst="straightConnector1">
              <a:avLst/>
            </a:prstGeom>
            <a:noFill/>
            <a:ln cap="flat" cmpd="sng" w="19050">
              <a:solidFill>
                <a:schemeClr val="dk2"/>
              </a:solidFill>
              <a:prstDash val="solid"/>
              <a:round/>
              <a:headEnd len="med" w="med" type="none"/>
              <a:tailEnd len="med" w="med" type="none"/>
            </a:ln>
          </p:spPr>
        </p:cxnSp>
        <p:cxnSp>
          <p:nvCxnSpPr>
            <p:cNvPr id="284" name="Google Shape;284;p20"/>
            <p:cNvCxnSpPr/>
            <p:nvPr/>
          </p:nvCxnSpPr>
          <p:spPr>
            <a:xfrm>
              <a:off x="373925" y="2973289"/>
              <a:ext cx="0" cy="2170200"/>
            </a:xfrm>
            <a:prstGeom prst="straightConnector1">
              <a:avLst/>
            </a:prstGeom>
            <a:noFill/>
            <a:ln cap="flat" cmpd="sng" w="19050">
              <a:solidFill>
                <a:schemeClr val="dk2"/>
              </a:solidFill>
              <a:prstDash val="solid"/>
              <a:round/>
              <a:headEnd len="med" w="med" type="none"/>
              <a:tailEnd len="med" w="med" type="none"/>
            </a:ln>
          </p:spPr>
        </p:cxnSp>
      </p:grpSp>
      <p:grpSp>
        <p:nvGrpSpPr>
          <p:cNvPr id="285" name="Google Shape;285;p20"/>
          <p:cNvGrpSpPr/>
          <p:nvPr/>
        </p:nvGrpSpPr>
        <p:grpSpPr>
          <a:xfrm>
            <a:off x="296975" y="188325"/>
            <a:ext cx="8558325" cy="4757075"/>
            <a:chOff x="296975" y="188325"/>
            <a:chExt cx="8558325" cy="4757075"/>
          </a:xfrm>
        </p:grpSpPr>
        <p:sp>
          <p:nvSpPr>
            <p:cNvPr id="286" name="Google Shape;286;p20"/>
            <p:cNvSpPr/>
            <p:nvPr/>
          </p:nvSpPr>
          <p:spPr>
            <a:xfrm>
              <a:off x="296975" y="257682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87" name="Google Shape;287;p20"/>
            <p:cNvSpPr/>
            <p:nvPr/>
          </p:nvSpPr>
          <p:spPr>
            <a:xfrm>
              <a:off x="8701400" y="231330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88" name="Google Shape;288;p20"/>
            <p:cNvSpPr/>
            <p:nvPr/>
          </p:nvSpPr>
          <p:spPr>
            <a:xfrm>
              <a:off x="2578175" y="1883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89" name="Google Shape;289;p20"/>
            <p:cNvSpPr/>
            <p:nvPr/>
          </p:nvSpPr>
          <p:spPr>
            <a:xfrm>
              <a:off x="6492250" y="4791500"/>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_1">
    <p:spTree>
      <p:nvGrpSpPr>
        <p:cNvPr id="290" name="Shape 290"/>
        <p:cNvGrpSpPr/>
        <p:nvPr/>
      </p:nvGrpSpPr>
      <p:grpSpPr>
        <a:xfrm>
          <a:off x="0" y="0"/>
          <a:ext cx="0" cy="0"/>
          <a:chOff x="0" y="0"/>
          <a:chExt cx="0" cy="0"/>
        </a:xfrm>
      </p:grpSpPr>
      <p:sp>
        <p:nvSpPr>
          <p:cNvPr id="291" name="Google Shape;291;p2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92" name="Google Shape;292;p21"/>
          <p:cNvGrpSpPr/>
          <p:nvPr/>
        </p:nvGrpSpPr>
        <p:grpSpPr>
          <a:xfrm>
            <a:off x="-81974" y="181675"/>
            <a:ext cx="9289800" cy="4762508"/>
            <a:chOff x="-81974" y="181675"/>
            <a:chExt cx="9289800" cy="4762508"/>
          </a:xfrm>
        </p:grpSpPr>
        <p:cxnSp>
          <p:nvCxnSpPr>
            <p:cNvPr id="293" name="Google Shape;293;p21"/>
            <p:cNvCxnSpPr/>
            <p:nvPr/>
          </p:nvCxnSpPr>
          <p:spPr>
            <a:xfrm>
              <a:off x="-81974" y="181675"/>
              <a:ext cx="9289800" cy="0"/>
            </a:xfrm>
            <a:prstGeom prst="straightConnector1">
              <a:avLst/>
            </a:prstGeom>
            <a:noFill/>
            <a:ln cap="flat" cmpd="sng" w="19050">
              <a:solidFill>
                <a:schemeClr val="dk2"/>
              </a:solidFill>
              <a:prstDash val="solid"/>
              <a:round/>
              <a:headEnd len="med" w="med" type="none"/>
              <a:tailEnd len="med" w="med" type="none"/>
            </a:ln>
          </p:spPr>
        </p:cxnSp>
        <p:cxnSp>
          <p:nvCxnSpPr>
            <p:cNvPr id="294" name="Google Shape;294;p21"/>
            <p:cNvCxnSpPr/>
            <p:nvPr/>
          </p:nvCxnSpPr>
          <p:spPr>
            <a:xfrm>
              <a:off x="-81974" y="333750"/>
              <a:ext cx="9289800" cy="0"/>
            </a:xfrm>
            <a:prstGeom prst="straightConnector1">
              <a:avLst/>
            </a:prstGeom>
            <a:noFill/>
            <a:ln cap="flat" cmpd="sng" w="19050">
              <a:solidFill>
                <a:schemeClr val="dk2"/>
              </a:solidFill>
              <a:prstDash val="solid"/>
              <a:round/>
              <a:headEnd len="med" w="med" type="none"/>
              <a:tailEnd len="med" w="med" type="none"/>
            </a:ln>
          </p:spPr>
        </p:cxnSp>
        <p:cxnSp>
          <p:nvCxnSpPr>
            <p:cNvPr id="295" name="Google Shape;295;p21"/>
            <p:cNvCxnSpPr/>
            <p:nvPr/>
          </p:nvCxnSpPr>
          <p:spPr>
            <a:xfrm>
              <a:off x="-81974" y="4792108"/>
              <a:ext cx="9289800" cy="0"/>
            </a:xfrm>
            <a:prstGeom prst="straightConnector1">
              <a:avLst/>
            </a:prstGeom>
            <a:noFill/>
            <a:ln cap="flat" cmpd="sng" w="19050">
              <a:solidFill>
                <a:schemeClr val="dk2"/>
              </a:solidFill>
              <a:prstDash val="solid"/>
              <a:round/>
              <a:headEnd len="med" w="med" type="none"/>
              <a:tailEnd len="med" w="med" type="none"/>
            </a:ln>
          </p:spPr>
        </p:cxnSp>
        <p:cxnSp>
          <p:nvCxnSpPr>
            <p:cNvPr id="296" name="Google Shape;296;p21"/>
            <p:cNvCxnSpPr/>
            <p:nvPr/>
          </p:nvCxnSpPr>
          <p:spPr>
            <a:xfrm>
              <a:off x="-81974" y="4944183"/>
              <a:ext cx="9289800" cy="0"/>
            </a:xfrm>
            <a:prstGeom prst="straightConnector1">
              <a:avLst/>
            </a:prstGeom>
            <a:noFill/>
            <a:ln cap="flat" cmpd="sng" w="19050">
              <a:solidFill>
                <a:schemeClr val="dk2"/>
              </a:solidFill>
              <a:prstDash val="solid"/>
              <a:round/>
              <a:headEnd len="med" w="med" type="none"/>
              <a:tailEnd len="med" w="med" type="none"/>
            </a:ln>
          </p:spPr>
        </p:cxnSp>
      </p:grpSp>
      <p:grpSp>
        <p:nvGrpSpPr>
          <p:cNvPr id="297" name="Google Shape;297;p21"/>
          <p:cNvGrpSpPr/>
          <p:nvPr/>
        </p:nvGrpSpPr>
        <p:grpSpPr>
          <a:xfrm>
            <a:off x="269850" y="743850"/>
            <a:ext cx="8604300" cy="3577675"/>
            <a:chOff x="269850" y="743850"/>
            <a:chExt cx="8604300" cy="3577675"/>
          </a:xfrm>
        </p:grpSpPr>
        <p:sp>
          <p:nvSpPr>
            <p:cNvPr id="298" name="Google Shape;298;p21"/>
            <p:cNvSpPr/>
            <p:nvPr/>
          </p:nvSpPr>
          <p:spPr>
            <a:xfrm>
              <a:off x="269850" y="7438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99" name="Google Shape;299;p21"/>
            <p:cNvSpPr/>
            <p:nvPr/>
          </p:nvSpPr>
          <p:spPr>
            <a:xfrm>
              <a:off x="269850" y="2409925"/>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00" name="Google Shape;300;p21"/>
            <p:cNvSpPr/>
            <p:nvPr/>
          </p:nvSpPr>
          <p:spPr>
            <a:xfrm>
              <a:off x="269850" y="41676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01" name="Google Shape;301;p21"/>
            <p:cNvSpPr/>
            <p:nvPr/>
          </p:nvSpPr>
          <p:spPr>
            <a:xfrm>
              <a:off x="8720250" y="743850"/>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02" name="Google Shape;302;p21"/>
            <p:cNvSpPr/>
            <p:nvPr/>
          </p:nvSpPr>
          <p:spPr>
            <a:xfrm>
              <a:off x="8720250" y="24099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03" name="Google Shape;303;p21"/>
            <p:cNvSpPr/>
            <p:nvPr/>
          </p:nvSpPr>
          <p:spPr>
            <a:xfrm>
              <a:off x="8720250" y="4167625"/>
              <a:ext cx="153900" cy="1539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4" name="Shape 304"/>
        <p:cNvGrpSpPr/>
        <p:nvPr/>
      </p:nvGrpSpPr>
      <p:grpSpPr>
        <a:xfrm>
          <a:off x="0" y="0"/>
          <a:ext cx="0" cy="0"/>
          <a:chOff x="0" y="0"/>
          <a:chExt cx="0" cy="0"/>
        </a:xfrm>
      </p:grpSpPr>
      <p:sp>
        <p:nvSpPr>
          <p:cNvPr id="305" name="Google Shape;305;p22"/>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6" name="Google Shape;306;p22"/>
          <p:cNvSpPr txBox="1"/>
          <p:nvPr>
            <p:ph idx="1" type="subTitle"/>
          </p:nvPr>
        </p:nvSpPr>
        <p:spPr>
          <a:xfrm>
            <a:off x="2347900" y="1502550"/>
            <a:ext cx="4448100" cy="115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07" name="Google Shape;307;p22"/>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b="1" lang="en" sz="1200"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b="1" lang="en" sz="12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200">
                <a:solidFill>
                  <a:schemeClr val="dk1"/>
                </a:solidFill>
                <a:latin typeface="Open Sans"/>
                <a:ea typeface="Open Sans"/>
                <a:cs typeface="Open Sans"/>
                <a:sym typeface="Open Sans"/>
              </a:rPr>
              <a:t>, and infographics &amp; images by </a:t>
            </a:r>
            <a:r>
              <a:rPr b="1" lang="en" sz="12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200" u="sng">
                <a:solidFill>
                  <a:schemeClr val="dk1"/>
                </a:solidFill>
                <a:latin typeface="Open Sans"/>
                <a:ea typeface="Open Sans"/>
                <a:cs typeface="Open Sans"/>
                <a:sym typeface="Open Sans"/>
              </a:rPr>
              <a:t> </a:t>
            </a:r>
            <a:endParaRPr b="1" sz="1200" u="sng">
              <a:solidFill>
                <a:schemeClr val="dk1"/>
              </a:solidFill>
              <a:latin typeface="Open Sans"/>
              <a:ea typeface="Open Sans"/>
              <a:cs typeface="Open Sans"/>
              <a:sym typeface="Open Sans"/>
            </a:endParaRPr>
          </a:p>
        </p:txBody>
      </p:sp>
      <p:grpSp>
        <p:nvGrpSpPr>
          <p:cNvPr id="308" name="Google Shape;308;p22"/>
          <p:cNvGrpSpPr/>
          <p:nvPr/>
        </p:nvGrpSpPr>
        <p:grpSpPr>
          <a:xfrm>
            <a:off x="-124600" y="-71575"/>
            <a:ext cx="9412500" cy="5296500"/>
            <a:chOff x="-124600" y="-71575"/>
            <a:chExt cx="9412500" cy="5296500"/>
          </a:xfrm>
        </p:grpSpPr>
        <p:grpSp>
          <p:nvGrpSpPr>
            <p:cNvPr id="309" name="Google Shape;309;p22"/>
            <p:cNvGrpSpPr/>
            <p:nvPr/>
          </p:nvGrpSpPr>
          <p:grpSpPr>
            <a:xfrm>
              <a:off x="-124600" y="539500"/>
              <a:ext cx="9412500" cy="4069000"/>
              <a:chOff x="-124600" y="539500"/>
              <a:chExt cx="9412500" cy="4069000"/>
            </a:xfrm>
          </p:grpSpPr>
          <p:cxnSp>
            <p:nvCxnSpPr>
              <p:cNvPr id="310" name="Google Shape;310;p22"/>
              <p:cNvCxnSpPr/>
              <p:nvPr/>
            </p:nvCxnSpPr>
            <p:spPr>
              <a:xfrm rot="10800000">
                <a:off x="-124600" y="539500"/>
                <a:ext cx="9412500" cy="0"/>
              </a:xfrm>
              <a:prstGeom prst="straightConnector1">
                <a:avLst/>
              </a:prstGeom>
              <a:noFill/>
              <a:ln cap="flat" cmpd="sng" w="19050">
                <a:solidFill>
                  <a:schemeClr val="dk2"/>
                </a:solidFill>
                <a:prstDash val="solid"/>
                <a:round/>
                <a:headEnd len="med" w="med" type="none"/>
                <a:tailEnd len="med" w="med" type="none"/>
              </a:ln>
            </p:spPr>
          </p:cxnSp>
          <p:cxnSp>
            <p:nvCxnSpPr>
              <p:cNvPr id="311" name="Google Shape;311;p22"/>
              <p:cNvCxnSpPr/>
              <p:nvPr/>
            </p:nvCxnSpPr>
            <p:spPr>
              <a:xfrm rot="10800000">
                <a:off x="-124600" y="4608500"/>
                <a:ext cx="9412500" cy="0"/>
              </a:xfrm>
              <a:prstGeom prst="straightConnector1">
                <a:avLst/>
              </a:prstGeom>
              <a:noFill/>
              <a:ln cap="flat" cmpd="sng" w="19050">
                <a:solidFill>
                  <a:schemeClr val="dk2"/>
                </a:solidFill>
                <a:prstDash val="solid"/>
                <a:round/>
                <a:headEnd len="med" w="med" type="none"/>
                <a:tailEnd len="med" w="med" type="none"/>
              </a:ln>
            </p:spPr>
          </p:cxnSp>
        </p:grpSp>
        <p:grpSp>
          <p:nvGrpSpPr>
            <p:cNvPr id="312" name="Google Shape;312;p22"/>
            <p:cNvGrpSpPr/>
            <p:nvPr/>
          </p:nvGrpSpPr>
          <p:grpSpPr>
            <a:xfrm>
              <a:off x="380775" y="-71575"/>
              <a:ext cx="8382450" cy="5296500"/>
              <a:chOff x="380775" y="-71575"/>
              <a:chExt cx="8382450" cy="5296500"/>
            </a:xfrm>
          </p:grpSpPr>
          <p:grpSp>
            <p:nvGrpSpPr>
              <p:cNvPr id="313" name="Google Shape;313;p22"/>
              <p:cNvGrpSpPr/>
              <p:nvPr/>
            </p:nvGrpSpPr>
            <p:grpSpPr>
              <a:xfrm>
                <a:off x="380775" y="-71575"/>
                <a:ext cx="321325" cy="5296500"/>
                <a:chOff x="380775" y="-71575"/>
                <a:chExt cx="321325" cy="5296500"/>
              </a:xfrm>
            </p:grpSpPr>
            <p:cxnSp>
              <p:nvCxnSpPr>
                <p:cNvPr id="314" name="Google Shape;314;p22"/>
                <p:cNvCxnSpPr/>
                <p:nvPr/>
              </p:nvCxnSpPr>
              <p:spPr>
                <a:xfrm>
                  <a:off x="380775" y="-71575"/>
                  <a:ext cx="0" cy="5296500"/>
                </a:xfrm>
                <a:prstGeom prst="straightConnector1">
                  <a:avLst/>
                </a:prstGeom>
                <a:noFill/>
                <a:ln cap="flat" cmpd="sng" w="19050">
                  <a:solidFill>
                    <a:schemeClr val="dk2"/>
                  </a:solidFill>
                  <a:prstDash val="solid"/>
                  <a:round/>
                  <a:headEnd len="med" w="med" type="none"/>
                  <a:tailEnd len="med" w="med" type="none"/>
                </a:ln>
              </p:spPr>
            </p:cxnSp>
            <p:cxnSp>
              <p:nvCxnSpPr>
                <p:cNvPr id="315" name="Google Shape;315;p22"/>
                <p:cNvCxnSpPr/>
                <p:nvPr/>
              </p:nvCxnSpPr>
              <p:spPr>
                <a:xfrm>
                  <a:off x="702100" y="-71575"/>
                  <a:ext cx="0" cy="5296500"/>
                </a:xfrm>
                <a:prstGeom prst="straightConnector1">
                  <a:avLst/>
                </a:prstGeom>
                <a:noFill/>
                <a:ln cap="flat" cmpd="sng" w="19050">
                  <a:solidFill>
                    <a:schemeClr val="dk2"/>
                  </a:solidFill>
                  <a:prstDash val="solid"/>
                  <a:round/>
                  <a:headEnd len="med" w="med" type="none"/>
                  <a:tailEnd len="med" w="med" type="none"/>
                </a:ln>
              </p:spPr>
            </p:cxnSp>
          </p:grpSp>
          <p:grpSp>
            <p:nvGrpSpPr>
              <p:cNvPr id="316" name="Google Shape;316;p22"/>
              <p:cNvGrpSpPr/>
              <p:nvPr/>
            </p:nvGrpSpPr>
            <p:grpSpPr>
              <a:xfrm>
                <a:off x="8441900" y="-71575"/>
                <a:ext cx="321325" cy="5296500"/>
                <a:chOff x="8441900" y="-71575"/>
                <a:chExt cx="321325" cy="5296500"/>
              </a:xfrm>
            </p:grpSpPr>
            <p:cxnSp>
              <p:nvCxnSpPr>
                <p:cNvPr id="317" name="Google Shape;317;p22"/>
                <p:cNvCxnSpPr/>
                <p:nvPr/>
              </p:nvCxnSpPr>
              <p:spPr>
                <a:xfrm>
                  <a:off x="8441900" y="-71575"/>
                  <a:ext cx="0" cy="5296500"/>
                </a:xfrm>
                <a:prstGeom prst="straightConnector1">
                  <a:avLst/>
                </a:prstGeom>
                <a:noFill/>
                <a:ln cap="flat" cmpd="sng" w="19050">
                  <a:solidFill>
                    <a:schemeClr val="dk2"/>
                  </a:solidFill>
                  <a:prstDash val="solid"/>
                  <a:round/>
                  <a:headEnd len="med" w="med" type="none"/>
                  <a:tailEnd len="med" w="med" type="none"/>
                </a:ln>
              </p:spPr>
            </p:cxnSp>
            <p:cxnSp>
              <p:nvCxnSpPr>
                <p:cNvPr id="318" name="Google Shape;318;p22"/>
                <p:cNvCxnSpPr/>
                <p:nvPr/>
              </p:nvCxnSpPr>
              <p:spPr>
                <a:xfrm>
                  <a:off x="8763225" y="-71575"/>
                  <a:ext cx="0" cy="5296500"/>
                </a:xfrm>
                <a:prstGeom prst="straightConnector1">
                  <a:avLst/>
                </a:prstGeom>
                <a:noFill/>
                <a:ln cap="flat" cmpd="sng" w="19050">
                  <a:solidFill>
                    <a:schemeClr val="dk2"/>
                  </a:solidFill>
                  <a:prstDash val="solid"/>
                  <a:round/>
                  <a:headEnd len="med" w="med" type="none"/>
                  <a:tailEnd len="med" w="med" type="none"/>
                </a:ln>
              </p:spPr>
            </p:cxnSp>
          </p:grpSp>
        </p:grpSp>
      </p:grpSp>
      <p:grpSp>
        <p:nvGrpSpPr>
          <p:cNvPr id="319" name="Google Shape;319;p22"/>
          <p:cNvGrpSpPr/>
          <p:nvPr/>
        </p:nvGrpSpPr>
        <p:grpSpPr>
          <a:xfrm>
            <a:off x="871250" y="276450"/>
            <a:ext cx="7401500" cy="4588225"/>
            <a:chOff x="871250" y="276450"/>
            <a:chExt cx="7401500" cy="4588225"/>
          </a:xfrm>
        </p:grpSpPr>
        <p:grpSp>
          <p:nvGrpSpPr>
            <p:cNvPr id="320" name="Google Shape;320;p22"/>
            <p:cNvGrpSpPr/>
            <p:nvPr/>
          </p:nvGrpSpPr>
          <p:grpSpPr>
            <a:xfrm>
              <a:off x="871250" y="276450"/>
              <a:ext cx="153900" cy="4588225"/>
              <a:chOff x="871250" y="276450"/>
              <a:chExt cx="153900" cy="4588225"/>
            </a:xfrm>
          </p:grpSpPr>
          <p:sp>
            <p:nvSpPr>
              <p:cNvPr id="321" name="Google Shape;321;p22"/>
              <p:cNvSpPr/>
              <p:nvPr/>
            </p:nvSpPr>
            <p:spPr>
              <a:xfrm rot="5400000">
                <a:off x="871250" y="276450"/>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22" name="Google Shape;322;p22"/>
              <p:cNvSpPr/>
              <p:nvPr/>
            </p:nvSpPr>
            <p:spPr>
              <a:xfrm rot="5400000">
                <a:off x="871250" y="471077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323" name="Google Shape;323;p22"/>
            <p:cNvGrpSpPr/>
            <p:nvPr/>
          </p:nvGrpSpPr>
          <p:grpSpPr>
            <a:xfrm>
              <a:off x="8118850" y="276450"/>
              <a:ext cx="153900" cy="4588225"/>
              <a:chOff x="8118850" y="276450"/>
              <a:chExt cx="153900" cy="4588225"/>
            </a:xfrm>
          </p:grpSpPr>
          <p:sp>
            <p:nvSpPr>
              <p:cNvPr id="324" name="Google Shape;324;p22"/>
              <p:cNvSpPr/>
              <p:nvPr/>
            </p:nvSpPr>
            <p:spPr>
              <a:xfrm rot="5400000">
                <a:off x="8118850" y="276450"/>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25" name="Google Shape;325;p22"/>
              <p:cNvSpPr/>
              <p:nvPr/>
            </p:nvSpPr>
            <p:spPr>
              <a:xfrm rot="5400000">
                <a:off x="8118850" y="471077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26" name="Shape 326"/>
        <p:cNvGrpSpPr/>
        <p:nvPr/>
      </p:nvGrpSpPr>
      <p:grpSpPr>
        <a:xfrm>
          <a:off x="0" y="0"/>
          <a:ext cx="0" cy="0"/>
          <a:chOff x="0" y="0"/>
          <a:chExt cx="0" cy="0"/>
        </a:xfrm>
      </p:grpSpPr>
      <p:cxnSp>
        <p:nvCxnSpPr>
          <p:cNvPr id="327" name="Google Shape;327;p23"/>
          <p:cNvCxnSpPr/>
          <p:nvPr/>
        </p:nvCxnSpPr>
        <p:spPr>
          <a:xfrm>
            <a:off x="-819799" y="253725"/>
            <a:ext cx="6907500" cy="0"/>
          </a:xfrm>
          <a:prstGeom prst="straightConnector1">
            <a:avLst/>
          </a:prstGeom>
          <a:noFill/>
          <a:ln cap="flat" cmpd="sng" w="19050">
            <a:solidFill>
              <a:schemeClr val="dk2"/>
            </a:solidFill>
            <a:prstDash val="solid"/>
            <a:round/>
            <a:headEnd len="med" w="med" type="none"/>
            <a:tailEnd len="med" w="med" type="none"/>
          </a:ln>
        </p:spPr>
      </p:cxnSp>
      <p:cxnSp>
        <p:nvCxnSpPr>
          <p:cNvPr id="328" name="Google Shape;328;p23"/>
          <p:cNvCxnSpPr/>
          <p:nvPr/>
        </p:nvCxnSpPr>
        <p:spPr>
          <a:xfrm>
            <a:off x="3398426" y="4864125"/>
            <a:ext cx="6907500" cy="0"/>
          </a:xfrm>
          <a:prstGeom prst="straightConnector1">
            <a:avLst/>
          </a:prstGeom>
          <a:noFill/>
          <a:ln cap="flat" cmpd="sng" w="19050">
            <a:solidFill>
              <a:schemeClr val="dk2"/>
            </a:solidFill>
            <a:prstDash val="solid"/>
            <a:round/>
            <a:headEnd len="med" w="med" type="none"/>
            <a:tailEnd len="med" w="med" type="none"/>
          </a:ln>
        </p:spPr>
      </p:cxnSp>
      <p:sp>
        <p:nvSpPr>
          <p:cNvPr id="329" name="Google Shape;329;p23"/>
          <p:cNvSpPr/>
          <p:nvPr/>
        </p:nvSpPr>
        <p:spPr>
          <a:xfrm>
            <a:off x="272975" y="590391"/>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30" name="Google Shape;330;p23"/>
          <p:cNvSpPr/>
          <p:nvPr/>
        </p:nvSpPr>
        <p:spPr>
          <a:xfrm>
            <a:off x="272975" y="1144991"/>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31" name="Google Shape;331;p23"/>
          <p:cNvSpPr/>
          <p:nvPr/>
        </p:nvSpPr>
        <p:spPr>
          <a:xfrm>
            <a:off x="272975" y="1699591"/>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32" name="Google Shape;332;p23"/>
          <p:cNvSpPr/>
          <p:nvPr/>
        </p:nvSpPr>
        <p:spPr>
          <a:xfrm>
            <a:off x="8701400" y="32878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33" name="Google Shape;333;p23"/>
          <p:cNvSpPr/>
          <p:nvPr/>
        </p:nvSpPr>
        <p:spPr>
          <a:xfrm>
            <a:off x="8701400" y="3842425"/>
            <a:ext cx="153900" cy="1539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34" name="Google Shape;334;p23"/>
          <p:cNvSpPr/>
          <p:nvPr/>
        </p:nvSpPr>
        <p:spPr>
          <a:xfrm>
            <a:off x="8701400" y="4397025"/>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35" name="Shape 335"/>
        <p:cNvGrpSpPr/>
        <p:nvPr/>
      </p:nvGrpSpPr>
      <p:grpSpPr>
        <a:xfrm>
          <a:off x="0" y="0"/>
          <a:ext cx="0" cy="0"/>
          <a:chOff x="0" y="0"/>
          <a:chExt cx="0" cy="0"/>
        </a:xfrm>
      </p:grpSpPr>
      <p:grpSp>
        <p:nvGrpSpPr>
          <p:cNvPr id="336" name="Google Shape;336;p24"/>
          <p:cNvGrpSpPr/>
          <p:nvPr/>
        </p:nvGrpSpPr>
        <p:grpSpPr>
          <a:xfrm>
            <a:off x="162500" y="189025"/>
            <a:ext cx="6203850" cy="153900"/>
            <a:chOff x="162500" y="189025"/>
            <a:chExt cx="6203850" cy="153900"/>
          </a:xfrm>
        </p:grpSpPr>
        <p:sp>
          <p:nvSpPr>
            <p:cNvPr id="337" name="Google Shape;337;p24"/>
            <p:cNvSpPr/>
            <p:nvPr/>
          </p:nvSpPr>
          <p:spPr>
            <a:xfrm>
              <a:off x="3187475" y="1890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38" name="Google Shape;338;p24"/>
            <p:cNvSpPr/>
            <p:nvPr/>
          </p:nvSpPr>
          <p:spPr>
            <a:xfrm>
              <a:off x="162500" y="1890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39" name="Google Shape;339;p24"/>
            <p:cNvSpPr/>
            <p:nvPr/>
          </p:nvSpPr>
          <p:spPr>
            <a:xfrm>
              <a:off x="6212450" y="189025"/>
              <a:ext cx="153900" cy="1539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340" name="Google Shape;340;p24"/>
          <p:cNvGrpSpPr/>
          <p:nvPr/>
        </p:nvGrpSpPr>
        <p:grpSpPr>
          <a:xfrm>
            <a:off x="2739450" y="4791150"/>
            <a:ext cx="6203850" cy="153900"/>
            <a:chOff x="2739450" y="4791150"/>
            <a:chExt cx="6203850" cy="153900"/>
          </a:xfrm>
        </p:grpSpPr>
        <p:sp>
          <p:nvSpPr>
            <p:cNvPr id="341" name="Google Shape;341;p24"/>
            <p:cNvSpPr/>
            <p:nvPr/>
          </p:nvSpPr>
          <p:spPr>
            <a:xfrm>
              <a:off x="5764425" y="4791150"/>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42" name="Google Shape;342;p24"/>
            <p:cNvSpPr/>
            <p:nvPr/>
          </p:nvSpPr>
          <p:spPr>
            <a:xfrm>
              <a:off x="2739450" y="4791150"/>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343" name="Google Shape;343;p24"/>
            <p:cNvSpPr/>
            <p:nvPr/>
          </p:nvSpPr>
          <p:spPr>
            <a:xfrm>
              <a:off x="8789400" y="4791150"/>
              <a:ext cx="153900" cy="153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grpSp>
      <p:grpSp>
        <p:nvGrpSpPr>
          <p:cNvPr id="344" name="Google Shape;344;p24"/>
          <p:cNvGrpSpPr/>
          <p:nvPr/>
        </p:nvGrpSpPr>
        <p:grpSpPr>
          <a:xfrm>
            <a:off x="221926" y="-71800"/>
            <a:ext cx="8639850" cy="5287100"/>
            <a:chOff x="221926" y="-71800"/>
            <a:chExt cx="8639850" cy="5287100"/>
          </a:xfrm>
        </p:grpSpPr>
        <p:cxnSp>
          <p:nvCxnSpPr>
            <p:cNvPr id="345" name="Google Shape;345;p24"/>
            <p:cNvCxnSpPr/>
            <p:nvPr/>
          </p:nvCxnSpPr>
          <p:spPr>
            <a:xfrm>
              <a:off x="221926" y="535000"/>
              <a:ext cx="0" cy="4680300"/>
            </a:xfrm>
            <a:prstGeom prst="straightConnector1">
              <a:avLst/>
            </a:prstGeom>
            <a:noFill/>
            <a:ln cap="flat" cmpd="sng" w="19050">
              <a:solidFill>
                <a:schemeClr val="dk2"/>
              </a:solidFill>
              <a:prstDash val="solid"/>
              <a:round/>
              <a:headEnd len="med" w="med" type="none"/>
              <a:tailEnd len="med" w="med" type="none"/>
            </a:ln>
          </p:spPr>
        </p:cxnSp>
        <p:cxnSp>
          <p:nvCxnSpPr>
            <p:cNvPr id="346" name="Google Shape;346;p24"/>
            <p:cNvCxnSpPr/>
            <p:nvPr/>
          </p:nvCxnSpPr>
          <p:spPr>
            <a:xfrm>
              <a:off x="8861776" y="-71800"/>
              <a:ext cx="0" cy="46803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2pPr>
            <a:lvl3pPr lvl="2"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3pPr>
            <a:lvl4pPr lvl="3"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4pPr>
            <a:lvl5pPr lvl="4"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5pPr>
            <a:lvl6pPr lvl="5"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6pPr>
            <a:lvl7pPr lvl="6"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7pPr>
            <a:lvl8pPr lvl="7"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8pPr>
            <a:lvl9pPr lvl="8"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1pPr>
            <a:lvl2pPr indent="-317500" lvl="1" marL="9144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2pPr>
            <a:lvl3pPr indent="-317500" lvl="2" marL="13716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3pPr>
            <a:lvl4pPr indent="-317500" lvl="3" marL="18288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4pPr>
            <a:lvl5pPr indent="-317500" lvl="4" marL="22860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5pPr>
            <a:lvl6pPr indent="-317500" lvl="5" marL="27432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6pPr>
            <a:lvl7pPr indent="-317500" lvl="6" marL="32004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7pPr>
            <a:lvl8pPr indent="-317500" lvl="7" marL="36576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8pPr>
            <a:lvl9pPr indent="-317500" lvl="8" marL="4114800">
              <a:lnSpc>
                <a:spcPct val="100000"/>
              </a:lnSpc>
              <a:spcBef>
                <a:spcPts val="1600"/>
              </a:spcBef>
              <a:spcAft>
                <a:spcPts val="1600"/>
              </a:spcAft>
              <a:buClr>
                <a:schemeClr val="dk1"/>
              </a:buClr>
              <a:buSzPts val="1400"/>
              <a:buFont typeface="Questrial"/>
              <a:buChar char="■"/>
              <a:defRPr>
                <a:solidFill>
                  <a:schemeClr val="dk1"/>
                </a:solidFill>
                <a:latin typeface="Questrial"/>
                <a:ea typeface="Questrial"/>
                <a:cs typeface="Questrial"/>
                <a:sym typeface="Quest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rxiv.org/search/q-bio?searchtype=author&amp;query=El-Yaagoubi,+A+B" TargetMode="External"/><Relationship Id="rId4" Type="http://schemas.openxmlformats.org/officeDocument/2006/relationships/hyperlink" Target="https://arxiv.org/search/q-bio?searchtype=author&amp;query=Chung,+M+K" TargetMode="External"/><Relationship Id="rId5" Type="http://schemas.openxmlformats.org/officeDocument/2006/relationships/hyperlink" Target="https://arxiv.org/search/q-bio?searchtype=author&amp;query=Ombao,+H"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5"/>
          <p:cNvSpPr txBox="1"/>
          <p:nvPr>
            <p:ph type="ctrTitle"/>
          </p:nvPr>
        </p:nvSpPr>
        <p:spPr>
          <a:xfrm>
            <a:off x="1239900" y="1159700"/>
            <a:ext cx="6664200" cy="215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500"/>
              <a:t>Topological Analysis of Seizure-Induced Changes in Brain Hierarchy Through Effective Connectivity</a:t>
            </a:r>
            <a:endParaRPr sz="3500"/>
          </a:p>
        </p:txBody>
      </p:sp>
      <p:sp>
        <p:nvSpPr>
          <p:cNvPr id="352" name="Google Shape;352;p25"/>
          <p:cNvSpPr txBox="1"/>
          <p:nvPr>
            <p:ph idx="1" type="subTitle"/>
          </p:nvPr>
        </p:nvSpPr>
        <p:spPr>
          <a:xfrm>
            <a:off x="1843950" y="3369475"/>
            <a:ext cx="5456100" cy="40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ctr">
              <a:spcBef>
                <a:spcPts val="0"/>
              </a:spcBef>
              <a:spcAft>
                <a:spcPts val="0"/>
              </a:spcAft>
              <a:buNone/>
            </a:pPr>
            <a:r>
              <a:rPr b="1" lang="en"/>
              <a:t>Authors</a:t>
            </a:r>
            <a:r>
              <a:rPr lang="en"/>
              <a:t>: </a:t>
            </a:r>
            <a:r>
              <a:rPr lang="en">
                <a:solidFill>
                  <a:schemeClr val="hlink"/>
                </a:solidFill>
                <a:highlight>
                  <a:srgbClr val="FFFFFF"/>
                </a:highlight>
                <a:uFill>
                  <a:noFill/>
                </a:uFill>
                <a:latin typeface="Arial"/>
                <a:ea typeface="Arial"/>
                <a:cs typeface="Arial"/>
                <a:sym typeface="Arial"/>
                <a:hlinkClick r:id="rId3"/>
              </a:rPr>
              <a:t>Anass B. El-Yaagoubi</a:t>
            </a:r>
            <a:r>
              <a:rPr lang="en">
                <a:solidFill>
                  <a:srgbClr val="000000"/>
                </a:solidFill>
                <a:highlight>
                  <a:srgbClr val="FFFFFF"/>
                </a:highlight>
                <a:latin typeface="Arial"/>
                <a:ea typeface="Arial"/>
                <a:cs typeface="Arial"/>
                <a:sym typeface="Arial"/>
              </a:rPr>
              <a:t>, </a:t>
            </a:r>
            <a:r>
              <a:rPr lang="en">
                <a:solidFill>
                  <a:schemeClr val="hlink"/>
                </a:solidFill>
                <a:highlight>
                  <a:srgbClr val="FFFFFF"/>
                </a:highlight>
                <a:uFill>
                  <a:noFill/>
                </a:uFill>
                <a:latin typeface="Arial"/>
                <a:ea typeface="Arial"/>
                <a:cs typeface="Arial"/>
                <a:sym typeface="Arial"/>
                <a:hlinkClick r:id="rId4"/>
              </a:rPr>
              <a:t>Moo K. Chung</a:t>
            </a:r>
            <a:r>
              <a:rPr lang="en">
                <a:solidFill>
                  <a:srgbClr val="000000"/>
                </a:solidFill>
                <a:highlight>
                  <a:srgbClr val="FFFFFF"/>
                </a:highlight>
                <a:latin typeface="Arial"/>
                <a:ea typeface="Arial"/>
                <a:cs typeface="Arial"/>
                <a:sym typeface="Arial"/>
              </a:rPr>
              <a:t>, </a:t>
            </a:r>
            <a:r>
              <a:rPr lang="en">
                <a:solidFill>
                  <a:schemeClr val="hlink"/>
                </a:solidFill>
                <a:highlight>
                  <a:srgbClr val="FFFFFF"/>
                </a:highlight>
                <a:uFill>
                  <a:noFill/>
                </a:uFill>
                <a:latin typeface="Arial"/>
                <a:ea typeface="Arial"/>
                <a:cs typeface="Arial"/>
                <a:sym typeface="Arial"/>
                <a:hlinkClick r:id="rId5"/>
              </a:rPr>
              <a:t>Hernando Ombao</a:t>
            </a:r>
            <a:endParaRPr/>
          </a:p>
          <a:p>
            <a:pPr indent="0" lvl="0" marL="0" rtl="0" algn="ctr">
              <a:spcBef>
                <a:spcPts val="0"/>
              </a:spcBef>
              <a:spcAft>
                <a:spcPts val="0"/>
              </a:spcAft>
              <a:buNone/>
            </a:pPr>
            <a:r>
              <a:rPr b="1" lang="en"/>
              <a:t>Presented By</a:t>
            </a:r>
            <a:r>
              <a:rPr lang="en"/>
              <a:t>: Dhruva Sharma, Sneha Kandpal, Aman Raj</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6"/>
          <p:cNvSpPr txBox="1"/>
          <p:nvPr>
            <p:ph type="title"/>
          </p:nvPr>
        </p:nvSpPr>
        <p:spPr>
          <a:xfrm>
            <a:off x="818500" y="494175"/>
            <a:ext cx="61929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i="1" sz="1800"/>
          </a:p>
        </p:txBody>
      </p:sp>
      <p:sp>
        <p:nvSpPr>
          <p:cNvPr id="358" name="Google Shape;358;p26"/>
          <p:cNvSpPr txBox="1"/>
          <p:nvPr>
            <p:ph idx="1" type="body"/>
          </p:nvPr>
        </p:nvSpPr>
        <p:spPr>
          <a:xfrm>
            <a:off x="430750" y="1326775"/>
            <a:ext cx="8068500" cy="31455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chemeClr val="dk1"/>
              </a:buClr>
              <a:buSzPts val="1300"/>
              <a:buFont typeface="Times"/>
              <a:buChar char="●"/>
            </a:pPr>
            <a:r>
              <a:rPr b="1" lang="en" sz="1300">
                <a:solidFill>
                  <a:schemeClr val="dk1"/>
                </a:solidFill>
                <a:latin typeface="Times"/>
                <a:ea typeface="Times"/>
                <a:cs typeface="Times"/>
                <a:sym typeface="Times"/>
              </a:rPr>
              <a:t>Topological Data Analysis (TDA)</a:t>
            </a:r>
            <a:r>
              <a:rPr lang="en" sz="1300">
                <a:solidFill>
                  <a:schemeClr val="dk1"/>
                </a:solidFill>
                <a:latin typeface="Times"/>
                <a:ea typeface="Times"/>
                <a:cs typeface="Times"/>
                <a:sym typeface="Times"/>
              </a:rPr>
              <a:t>, particularly Persistent Homology, extracts stable multiscale structure from complex data and has been used to compare brain-network organization across states.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Need for direction-aware analysis</a:t>
            </a:r>
            <a:r>
              <a:rPr b="1" lang="en" sz="1300">
                <a:solidFill>
                  <a:schemeClr val="dk1"/>
                </a:solidFill>
                <a:latin typeface="Times"/>
                <a:ea typeface="Times"/>
                <a:cs typeface="Times"/>
                <a:sym typeface="Times"/>
              </a:rPr>
              <a:t>:</a:t>
            </a:r>
            <a:r>
              <a:rPr lang="en" sz="1300">
                <a:solidFill>
                  <a:schemeClr val="dk1"/>
                </a:solidFill>
                <a:latin typeface="Times"/>
                <a:ea typeface="Times"/>
                <a:cs typeface="Times"/>
                <a:sym typeface="Times"/>
              </a:rPr>
              <a:t> Many brain processes—especially seizures—are driven by directional information flow across regions, forming transient driver–responder hierarchies that PH alone cannot quantify.</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Clinical motivation</a:t>
            </a:r>
            <a:r>
              <a:rPr b="1" lang="en" sz="1300">
                <a:solidFill>
                  <a:schemeClr val="dk1"/>
                </a:solidFill>
                <a:latin typeface="Times"/>
                <a:ea typeface="Times"/>
                <a:cs typeface="Times"/>
                <a:sym typeface="Times"/>
              </a:rPr>
              <a:t>:</a:t>
            </a:r>
            <a:r>
              <a:rPr lang="en" sz="1300">
                <a:solidFill>
                  <a:schemeClr val="dk1"/>
                </a:solidFill>
                <a:latin typeface="Times"/>
                <a:ea typeface="Times"/>
                <a:cs typeface="Times"/>
                <a:sym typeface="Times"/>
              </a:rPr>
              <a:t> During seizures, certain regions briefly act as dominant drivers. Capturing these hierarchical shifts can aid seizure localization and improve interpretability of EEG dynamics.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Goal of this work</a:t>
            </a:r>
            <a:r>
              <a:rPr b="1" lang="en" sz="1300">
                <a:solidFill>
                  <a:schemeClr val="dk1"/>
                </a:solidFill>
                <a:latin typeface="Times"/>
                <a:ea typeface="Times"/>
                <a:cs typeface="Times"/>
                <a:sym typeface="Times"/>
              </a:rPr>
              <a:t>:</a:t>
            </a:r>
            <a:r>
              <a:rPr lang="en" sz="1300">
                <a:solidFill>
                  <a:schemeClr val="dk1"/>
                </a:solidFill>
                <a:latin typeface="Times"/>
                <a:ea typeface="Times"/>
                <a:cs typeface="Times"/>
                <a:sym typeface="Times"/>
              </a:rPr>
              <a:t> Develop a framework that integrates causal inference with topological tools to characterize seizure-induced changes in brain hierarchy.</a:t>
            </a:r>
            <a:endParaRPr sz="1300">
              <a:solidFill>
                <a:schemeClr val="dk1"/>
              </a:solidFill>
              <a:latin typeface="Times"/>
              <a:ea typeface="Times"/>
              <a:cs typeface="Times"/>
              <a:sym typeface="Times"/>
            </a:endParaRPr>
          </a:p>
          <a:p>
            <a:pPr indent="0" lvl="0" marL="0" rtl="0" algn="l">
              <a:spcBef>
                <a:spcPts val="1000"/>
              </a:spcBef>
              <a:spcAft>
                <a:spcPts val="1000"/>
              </a:spcAft>
              <a:buNone/>
            </a:pPr>
            <a:r>
              <a:t/>
            </a:r>
            <a:endParaRPr>
              <a:solidFill>
                <a:schemeClr val="dk1"/>
              </a:solidFill>
              <a:latin typeface="Times"/>
              <a:ea typeface="Times"/>
              <a:cs typeface="Times"/>
              <a:sym typeface="Times"/>
            </a:endParaRPr>
          </a:p>
        </p:txBody>
      </p:sp>
      <p:pic>
        <p:nvPicPr>
          <p:cNvPr id="359" name="Google Shape;359;p26"/>
          <p:cNvPicPr preferRelativeResize="0"/>
          <p:nvPr/>
        </p:nvPicPr>
        <p:blipFill>
          <a:blip r:embed="rId3">
            <a:alphaModFix/>
          </a:blip>
          <a:stretch>
            <a:fillRect/>
          </a:stretch>
        </p:blipFill>
        <p:spPr>
          <a:xfrm>
            <a:off x="2287475" y="3133850"/>
            <a:ext cx="4400950" cy="1261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7"/>
          <p:cNvSpPr txBox="1"/>
          <p:nvPr>
            <p:ph type="title"/>
          </p:nvPr>
        </p:nvSpPr>
        <p:spPr>
          <a:xfrm>
            <a:off x="841775" y="409725"/>
            <a:ext cx="61929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Literature Review</a:t>
            </a:r>
            <a:endParaRPr i="1" sz="1800"/>
          </a:p>
        </p:txBody>
      </p:sp>
      <p:sp>
        <p:nvSpPr>
          <p:cNvPr id="365" name="Google Shape;365;p27"/>
          <p:cNvSpPr txBox="1"/>
          <p:nvPr>
            <p:ph idx="1" type="body"/>
          </p:nvPr>
        </p:nvSpPr>
        <p:spPr>
          <a:xfrm>
            <a:off x="301300" y="1169113"/>
            <a:ext cx="5848800" cy="3042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Persistent Homology has been applied in neuroscience to reveal complex brain network patterns but typically assumes </a:t>
            </a:r>
            <a:r>
              <a:rPr b="1" lang="en" sz="1300">
                <a:solidFill>
                  <a:schemeClr val="dk1"/>
                </a:solidFill>
                <a:latin typeface="Times"/>
                <a:ea typeface="Times"/>
                <a:cs typeface="Times"/>
                <a:sym typeface="Times"/>
              </a:rPr>
              <a:t>symmetric, undirected networks</a:t>
            </a:r>
            <a:r>
              <a:rPr lang="en" sz="1300">
                <a:solidFill>
                  <a:schemeClr val="dk1"/>
                </a:solidFill>
                <a:latin typeface="Times"/>
                <a:ea typeface="Times"/>
                <a:cs typeface="Times"/>
                <a:sym typeface="Times"/>
              </a:rPr>
              <a:t> (e.g., based on correlations, coherence). As a result, one-way (causal) influences between regions are overlooked.</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Time-series causal methods—Granger causality, DCM, and constraint-based approaches—seek to recover directed interactions from observational data. These approaches differ in assumptions (e.g., linearity, biophysical modeling, conditional independence), leading to trade-offs in robustness and scalability.</a:t>
            </a:r>
            <a:endParaRPr sz="1300">
              <a:solidFill>
                <a:schemeClr val="dk1"/>
              </a:solidFill>
              <a:latin typeface="Times"/>
              <a:ea typeface="Times"/>
              <a:cs typeface="Times"/>
              <a:sym typeface="Times"/>
            </a:endParaRPr>
          </a:p>
          <a:p>
            <a:pPr indent="-311150" lvl="0" marL="457200" rtl="0" algn="l">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Experimental causal interventions (e.g., optogenetics) are the gold standard but impractical in humans; thus researchers infer directed connectivity from observational EEG data.</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Newer algorithms handle autocorrelation and high dimensionality by conditioning on lags and controlling false discoveries (e.g., PCMCI). This improves the reliability of inferred directed edges in noisy neural recordings.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HodgeRank (gradient-based ranking) has been used to rank items (e.g. movies, sports teams) in other domains.</a:t>
            </a:r>
            <a:endParaRPr sz="1300">
              <a:solidFill>
                <a:schemeClr val="dk1"/>
              </a:solidFill>
              <a:latin typeface="Times"/>
              <a:ea typeface="Times"/>
              <a:cs typeface="Times"/>
              <a:sym typeface="Times"/>
            </a:endParaRPr>
          </a:p>
          <a:p>
            <a:pPr indent="0" lvl="0" marL="0" rtl="0" algn="l">
              <a:spcBef>
                <a:spcPts val="1000"/>
              </a:spcBef>
              <a:spcAft>
                <a:spcPts val="0"/>
              </a:spcAft>
              <a:buNone/>
            </a:pPr>
            <a:r>
              <a:t/>
            </a:r>
            <a:endParaRPr sz="1100">
              <a:solidFill>
                <a:srgbClr val="000000"/>
              </a:solidFill>
              <a:latin typeface="Arial"/>
              <a:ea typeface="Arial"/>
              <a:cs typeface="Arial"/>
              <a:sym typeface="Arial"/>
            </a:endParaRPr>
          </a:p>
          <a:p>
            <a:pPr indent="0" lvl="0" marL="0" rtl="0" algn="l">
              <a:spcBef>
                <a:spcPts val="1000"/>
              </a:spcBef>
              <a:spcAft>
                <a:spcPts val="1000"/>
              </a:spcAft>
              <a:buNone/>
            </a:pPr>
            <a:r>
              <a:t/>
            </a:r>
            <a:endParaRPr>
              <a:solidFill>
                <a:schemeClr val="dk1"/>
              </a:solidFill>
              <a:latin typeface="Times"/>
              <a:ea typeface="Times"/>
              <a:cs typeface="Times"/>
              <a:sym typeface="Times"/>
            </a:endParaRPr>
          </a:p>
        </p:txBody>
      </p:sp>
      <p:pic>
        <p:nvPicPr>
          <p:cNvPr id="366" name="Google Shape;366;p27"/>
          <p:cNvPicPr preferRelativeResize="0"/>
          <p:nvPr/>
        </p:nvPicPr>
        <p:blipFill>
          <a:blip r:embed="rId3">
            <a:alphaModFix/>
          </a:blip>
          <a:stretch>
            <a:fillRect/>
          </a:stretch>
        </p:blipFill>
        <p:spPr>
          <a:xfrm>
            <a:off x="6288225" y="1654100"/>
            <a:ext cx="2425899" cy="2072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8"/>
          <p:cNvSpPr txBox="1"/>
          <p:nvPr>
            <p:ph type="title"/>
          </p:nvPr>
        </p:nvSpPr>
        <p:spPr>
          <a:xfrm>
            <a:off x="841775" y="478850"/>
            <a:ext cx="61929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Proposed Methods and Work</a:t>
            </a:r>
            <a:endParaRPr i="1" sz="1800"/>
          </a:p>
        </p:txBody>
      </p:sp>
      <p:sp>
        <p:nvSpPr>
          <p:cNvPr id="372" name="Google Shape;372;p28"/>
          <p:cNvSpPr txBox="1"/>
          <p:nvPr>
            <p:ph idx="1" type="body"/>
          </p:nvPr>
        </p:nvSpPr>
        <p:spPr>
          <a:xfrm>
            <a:off x="316625" y="1211600"/>
            <a:ext cx="8389800" cy="30450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We propose the </a:t>
            </a:r>
            <a:r>
              <a:rPr b="1" lang="en" sz="1300">
                <a:solidFill>
                  <a:schemeClr val="dk1"/>
                </a:solidFill>
                <a:latin typeface="Times"/>
                <a:ea typeface="Times"/>
                <a:cs typeface="Times"/>
                <a:sym typeface="Times"/>
              </a:rPr>
              <a:t>Causality-Based Topological Ranking (CBTR)</a:t>
            </a:r>
            <a:r>
              <a:rPr lang="en" sz="1300">
                <a:solidFill>
                  <a:schemeClr val="dk1"/>
                </a:solidFill>
                <a:latin typeface="Times"/>
                <a:ea typeface="Times"/>
                <a:cs typeface="Times"/>
                <a:sym typeface="Times"/>
              </a:rPr>
              <a:t> method, which integrates time-aware </a:t>
            </a:r>
            <a:r>
              <a:rPr lang="en" sz="1300" u="sng">
                <a:solidFill>
                  <a:schemeClr val="dk1"/>
                </a:solidFill>
                <a:latin typeface="Times"/>
                <a:ea typeface="Times"/>
                <a:cs typeface="Times"/>
                <a:sym typeface="Times"/>
              </a:rPr>
              <a:t>Causal Inference (CI)</a:t>
            </a:r>
            <a:r>
              <a:rPr lang="en" sz="1300">
                <a:solidFill>
                  <a:schemeClr val="dk1"/>
                </a:solidFill>
                <a:latin typeface="Times"/>
                <a:ea typeface="Times"/>
                <a:cs typeface="Times"/>
                <a:sym typeface="Times"/>
              </a:rPr>
              <a:t> to estimate effective, lagged brain connectivity with </a:t>
            </a:r>
            <a:r>
              <a:rPr lang="en" sz="1300" u="sng">
                <a:solidFill>
                  <a:schemeClr val="dk1"/>
                </a:solidFill>
                <a:latin typeface="Times"/>
                <a:ea typeface="Times"/>
                <a:cs typeface="Times"/>
                <a:sym typeface="Times"/>
              </a:rPr>
              <a:t>Hodge (Helmholtz) Decomposition (HD)</a:t>
            </a:r>
            <a:r>
              <a:rPr lang="en" sz="1300">
                <a:solidFill>
                  <a:schemeClr val="dk1"/>
                </a:solidFill>
                <a:latin typeface="Times"/>
                <a:ea typeface="Times"/>
                <a:cs typeface="Times"/>
                <a:sym typeface="Times"/>
              </a:rPr>
              <a:t> to produce a hierarchical ranking of regions by mutual influence </a:t>
            </a:r>
            <a:r>
              <a:rPr lang="en" sz="1300">
                <a:solidFill>
                  <a:schemeClr val="dk1"/>
                </a:solidFill>
                <a:latin typeface="Times"/>
                <a:ea typeface="Times"/>
                <a:cs typeface="Times"/>
                <a:sym typeface="Times"/>
              </a:rPr>
              <a:t>and reveal how seizures alter the directional architecture of the neonatal brain.</a:t>
            </a:r>
            <a:endParaRPr sz="1300">
              <a:solidFill>
                <a:schemeClr val="dk1"/>
              </a:solidFill>
              <a:latin typeface="Times"/>
              <a:ea typeface="Times"/>
              <a:cs typeface="Times"/>
              <a:sym typeface="Times"/>
            </a:endParaRPr>
          </a:p>
          <a:p>
            <a:pPr indent="0" lvl="0" marL="457200" rtl="0" algn="just">
              <a:spcBef>
                <a:spcPts val="1000"/>
              </a:spcBef>
              <a:spcAft>
                <a:spcPts val="0"/>
              </a:spcAft>
              <a:buNone/>
            </a:pPr>
            <a:r>
              <a:t/>
            </a:r>
            <a:endParaRPr b="1" sz="100">
              <a:solidFill>
                <a:schemeClr val="dk1"/>
              </a:solidFill>
              <a:latin typeface="Montserrat"/>
              <a:ea typeface="Montserrat"/>
              <a:cs typeface="Montserrat"/>
              <a:sym typeface="Montserrat"/>
            </a:endParaRPr>
          </a:p>
          <a:p>
            <a:pPr indent="0" lvl="0" marL="457200" rtl="0" algn="just">
              <a:spcBef>
                <a:spcPts val="1000"/>
              </a:spcBef>
              <a:spcAft>
                <a:spcPts val="0"/>
              </a:spcAft>
              <a:buNone/>
            </a:pPr>
            <a:r>
              <a:rPr b="1" lang="en">
                <a:solidFill>
                  <a:schemeClr val="dk1"/>
                </a:solidFill>
                <a:latin typeface="Montserrat"/>
                <a:ea typeface="Montserrat"/>
                <a:cs typeface="Montserrat"/>
                <a:sym typeface="Montserrat"/>
              </a:rPr>
              <a:t>Pipeline Steps:</a:t>
            </a:r>
            <a:endParaRPr b="1">
              <a:solidFill>
                <a:schemeClr val="dk1"/>
              </a:solidFill>
              <a:latin typeface="Montserrat"/>
              <a:ea typeface="Montserrat"/>
              <a:cs typeface="Montserrat"/>
              <a:sym typeface="Montserrat"/>
            </a:endParaRPr>
          </a:p>
          <a:p>
            <a:pPr indent="-311150" lvl="0" marL="457200" rtl="0" algn="just">
              <a:spcBef>
                <a:spcPts val="100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Causal discovery:</a:t>
            </a:r>
            <a:r>
              <a:rPr b="1" lang="en" sz="1300">
                <a:solidFill>
                  <a:schemeClr val="dk1"/>
                </a:solidFill>
                <a:latin typeface="Times"/>
                <a:ea typeface="Times"/>
                <a:cs typeface="Times"/>
                <a:sym typeface="Times"/>
              </a:rPr>
              <a:t> </a:t>
            </a:r>
            <a:r>
              <a:rPr lang="en" sz="1300">
                <a:solidFill>
                  <a:schemeClr val="dk1"/>
                </a:solidFill>
                <a:latin typeface="Times"/>
                <a:ea typeface="Times"/>
                <a:cs typeface="Times"/>
                <a:sym typeface="Times"/>
              </a:rPr>
              <a:t>Applying a PCMCI-style test across lags per epoch to find parent sets and convert conditional p-values into directed edge weights.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Net-flow formation:</a:t>
            </a:r>
            <a:r>
              <a:rPr lang="en" sz="1300">
                <a:solidFill>
                  <a:schemeClr val="dk1"/>
                </a:solidFill>
                <a:latin typeface="Times"/>
                <a:ea typeface="Times"/>
                <a:cs typeface="Times"/>
                <a:sym typeface="Times"/>
              </a:rPr>
              <a:t> Form the directed adjacency matrix W; split into symmetric (mutual) and antisymmetric (net flow Wa) parts.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Hodge decomposition:</a:t>
            </a:r>
            <a:r>
              <a:rPr lang="en" sz="1300">
                <a:solidFill>
                  <a:schemeClr val="dk1"/>
                </a:solidFill>
                <a:latin typeface="Times"/>
                <a:ea typeface="Times"/>
                <a:cs typeface="Times"/>
                <a:sym typeface="Times"/>
              </a:rPr>
              <a:t> Apply Helmholtz-Hodge decomposition to Wa (compute gradient (node potentials), curl (local cycles), harmonic).</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Scoring &amp; inference:</a:t>
            </a:r>
            <a:r>
              <a:rPr lang="en" sz="1300">
                <a:solidFill>
                  <a:schemeClr val="dk1"/>
                </a:solidFill>
                <a:latin typeface="Times"/>
                <a:ea typeface="Times"/>
                <a:cs typeface="Times"/>
                <a:sym typeface="Times"/>
              </a:rPr>
              <a:t> Solve the sparse Laplacian/least-squares for scores, produce per-epoch ranking scores and cycle diagnostics, and statistically compare seizure vs interictal epochs.</a:t>
            </a:r>
            <a:endParaRPr>
              <a:solidFill>
                <a:schemeClr val="dk1"/>
              </a:solidFill>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9"/>
          <p:cNvSpPr txBox="1"/>
          <p:nvPr>
            <p:ph type="title"/>
          </p:nvPr>
        </p:nvSpPr>
        <p:spPr>
          <a:xfrm>
            <a:off x="841775" y="478850"/>
            <a:ext cx="61929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Proposed Methods and Work</a:t>
            </a:r>
            <a:endParaRPr i="1" sz="1800"/>
          </a:p>
        </p:txBody>
      </p:sp>
      <p:sp>
        <p:nvSpPr>
          <p:cNvPr id="378" name="Google Shape;378;p29"/>
          <p:cNvSpPr txBox="1"/>
          <p:nvPr>
            <p:ph idx="1" type="body"/>
          </p:nvPr>
        </p:nvSpPr>
        <p:spPr>
          <a:xfrm>
            <a:off x="316625" y="1211600"/>
            <a:ext cx="8389800" cy="3045000"/>
          </a:xfrm>
          <a:prstGeom prst="rect">
            <a:avLst/>
          </a:prstGeom>
        </p:spPr>
        <p:txBody>
          <a:bodyPr anchorCtr="0" anchor="t" bIns="91425" lIns="91425" spcFirstLastPara="1" rIns="91425" wrap="square" tIns="91425">
            <a:noAutofit/>
          </a:bodyPr>
          <a:lstStyle/>
          <a:p>
            <a:pPr indent="0" lvl="0" marL="914400" rtl="0" algn="just">
              <a:spcBef>
                <a:spcPts val="0"/>
              </a:spcBef>
              <a:spcAft>
                <a:spcPts val="1000"/>
              </a:spcAft>
              <a:buNone/>
            </a:pPr>
            <a:r>
              <a:t/>
            </a:r>
            <a:endParaRPr>
              <a:solidFill>
                <a:schemeClr val="dk1"/>
              </a:solidFill>
              <a:latin typeface="Times"/>
              <a:ea typeface="Times"/>
              <a:cs typeface="Times"/>
              <a:sym typeface="Times"/>
            </a:endParaRPr>
          </a:p>
        </p:txBody>
      </p:sp>
      <p:pic>
        <p:nvPicPr>
          <p:cNvPr id="379" name="Google Shape;379;p29"/>
          <p:cNvPicPr preferRelativeResize="0"/>
          <p:nvPr/>
        </p:nvPicPr>
        <p:blipFill>
          <a:blip r:embed="rId3">
            <a:alphaModFix/>
          </a:blip>
          <a:stretch>
            <a:fillRect/>
          </a:stretch>
        </p:blipFill>
        <p:spPr>
          <a:xfrm>
            <a:off x="1625463" y="1211600"/>
            <a:ext cx="5772126" cy="3212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0"/>
          <p:cNvSpPr txBox="1"/>
          <p:nvPr>
            <p:ph type="title"/>
          </p:nvPr>
        </p:nvSpPr>
        <p:spPr>
          <a:xfrm>
            <a:off x="841775" y="625200"/>
            <a:ext cx="61929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Causal Inference (PCMCI)</a:t>
            </a:r>
            <a:endParaRPr i="1" sz="1800"/>
          </a:p>
        </p:txBody>
      </p:sp>
      <p:sp>
        <p:nvSpPr>
          <p:cNvPr id="385" name="Google Shape;385;p30"/>
          <p:cNvSpPr txBox="1"/>
          <p:nvPr>
            <p:ph idx="1" type="body"/>
          </p:nvPr>
        </p:nvSpPr>
        <p:spPr>
          <a:xfrm>
            <a:off x="385725" y="1434250"/>
            <a:ext cx="8190300" cy="3045000"/>
          </a:xfrm>
          <a:prstGeom prst="rect">
            <a:avLst/>
          </a:prstGeom>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Clr>
                <a:schemeClr val="dk1"/>
              </a:buClr>
              <a:buSzPts val="1400"/>
              <a:buFont typeface="Times"/>
              <a:buChar char="●"/>
            </a:pPr>
            <a:r>
              <a:rPr lang="en" sz="1300">
                <a:solidFill>
                  <a:schemeClr val="dk1"/>
                </a:solidFill>
                <a:latin typeface="Times"/>
                <a:ea typeface="Times"/>
                <a:cs typeface="Times"/>
                <a:sym typeface="Times"/>
              </a:rPr>
              <a:t>PCMCI (Peter–Clark Momentary Conditional Independence) is a two-stage causal discovery framework for time series.</a:t>
            </a:r>
            <a:r>
              <a:rPr lang="en" sz="100">
                <a:solidFill>
                  <a:schemeClr val="dk1"/>
                </a:solidFill>
                <a:latin typeface="Times"/>
                <a:ea typeface="Times"/>
                <a:cs typeface="Times"/>
                <a:sym typeface="Times"/>
              </a:rPr>
              <a:t>  </a:t>
            </a:r>
            <a:r>
              <a:rPr lang="en" sz="1300">
                <a:solidFill>
                  <a:schemeClr val="dk1"/>
                </a:solidFill>
                <a:latin typeface="Times"/>
                <a:ea typeface="Times"/>
                <a:cs typeface="Times"/>
                <a:sym typeface="Times"/>
              </a:rPr>
              <a:t>It combines the </a:t>
            </a:r>
            <a:r>
              <a:rPr lang="en" sz="1300" u="sng">
                <a:solidFill>
                  <a:schemeClr val="dk1"/>
                </a:solidFill>
                <a:latin typeface="Times"/>
                <a:ea typeface="Times"/>
                <a:cs typeface="Times"/>
                <a:sym typeface="Times"/>
              </a:rPr>
              <a:t>PC algorithm</a:t>
            </a:r>
            <a:r>
              <a:rPr lang="en" sz="1300">
                <a:solidFill>
                  <a:schemeClr val="dk1"/>
                </a:solidFill>
                <a:latin typeface="Times"/>
                <a:ea typeface="Times"/>
                <a:cs typeface="Times"/>
                <a:sym typeface="Times"/>
              </a:rPr>
              <a:t> with the </a:t>
            </a:r>
            <a:r>
              <a:rPr lang="en" sz="1300" u="sng">
                <a:solidFill>
                  <a:schemeClr val="dk1"/>
                </a:solidFill>
                <a:latin typeface="Times"/>
                <a:ea typeface="Times"/>
                <a:cs typeface="Times"/>
                <a:sym typeface="Times"/>
              </a:rPr>
              <a:t>MCI test</a:t>
            </a:r>
            <a:r>
              <a:rPr lang="en" sz="1300">
                <a:solidFill>
                  <a:schemeClr val="dk1"/>
                </a:solidFill>
                <a:latin typeface="Times"/>
                <a:ea typeface="Times"/>
                <a:cs typeface="Times"/>
                <a:sym typeface="Times"/>
              </a:rPr>
              <a:t>:-  </a:t>
            </a:r>
            <a:endParaRPr sz="100">
              <a:solidFill>
                <a:schemeClr val="dk1"/>
              </a:solidFill>
              <a:latin typeface="Caveat"/>
              <a:ea typeface="Caveat"/>
              <a:cs typeface="Caveat"/>
              <a:sym typeface="Caveat"/>
            </a:endParaRPr>
          </a:p>
          <a:p>
            <a:pPr indent="-311150" lvl="0" marL="914400" rtl="0" algn="just">
              <a:lnSpc>
                <a:spcPct val="115000"/>
              </a:lnSpc>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Stage 1 (PC Algorithm)</a:t>
            </a:r>
            <a:r>
              <a:rPr lang="en" sz="1300">
                <a:solidFill>
                  <a:schemeClr val="dk1"/>
                </a:solidFill>
                <a:latin typeface="Times"/>
                <a:ea typeface="Times"/>
                <a:cs typeface="Times"/>
                <a:sym typeface="Times"/>
              </a:rPr>
              <a:t> identifies potential parents and uses a </a:t>
            </a:r>
            <a:r>
              <a:rPr lang="en" sz="1300" u="sng">
                <a:solidFill>
                  <a:schemeClr val="dk1"/>
                </a:solidFill>
                <a:latin typeface="Times"/>
                <a:ea typeface="Times"/>
                <a:cs typeface="Times"/>
                <a:sym typeface="Times"/>
              </a:rPr>
              <a:t>PC-style</a:t>
            </a:r>
            <a:r>
              <a:rPr lang="en" sz="1300">
                <a:solidFill>
                  <a:schemeClr val="dk1"/>
                </a:solidFill>
                <a:latin typeface="Times"/>
                <a:ea typeface="Times"/>
                <a:cs typeface="Times"/>
                <a:sym typeface="Times"/>
              </a:rPr>
              <a:t> conditional-independence search to reduce dimensionality by pruning spurious parents, producing a preliminary time-lagged causal graph. </a:t>
            </a:r>
            <a:endParaRPr sz="1300">
              <a:solidFill>
                <a:schemeClr val="dk1"/>
              </a:solidFill>
              <a:latin typeface="Times"/>
              <a:ea typeface="Times"/>
              <a:cs typeface="Times"/>
              <a:sym typeface="Times"/>
            </a:endParaRPr>
          </a:p>
          <a:p>
            <a:pPr indent="-311150" lvl="0" marL="914400" rtl="0" algn="just">
              <a:lnSpc>
                <a:spcPct val="115000"/>
              </a:lnSpc>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Stage 2 (MCI Test)</a:t>
            </a:r>
            <a:r>
              <a:rPr lang="en" sz="1300">
                <a:solidFill>
                  <a:schemeClr val="dk1"/>
                </a:solidFill>
                <a:latin typeface="Times"/>
                <a:ea typeface="Times"/>
                <a:cs typeface="Times"/>
                <a:sym typeface="Times"/>
              </a:rPr>
              <a:t> evaluates each candidate dependency while controlling for autocorrelation and confounders across multiple lags. </a:t>
            </a:r>
            <a:endParaRPr sz="1300">
              <a:solidFill>
                <a:schemeClr val="dk1"/>
              </a:solidFill>
              <a:latin typeface="Times"/>
              <a:ea typeface="Times"/>
              <a:cs typeface="Times"/>
              <a:sym typeface="Times"/>
            </a:endParaRPr>
          </a:p>
          <a:p>
            <a:pPr indent="0" lvl="0" marL="457200" rtl="0" algn="just">
              <a:spcBef>
                <a:spcPts val="1000"/>
              </a:spcBef>
              <a:spcAft>
                <a:spcPts val="0"/>
              </a:spcAft>
              <a:buNone/>
            </a:pPr>
            <a:r>
              <a:rPr lang="en" sz="1300">
                <a:solidFill>
                  <a:schemeClr val="dk1"/>
                </a:solidFill>
                <a:latin typeface="Times"/>
                <a:ea typeface="Times"/>
                <a:cs typeface="Times"/>
                <a:sym typeface="Times"/>
              </a:rPr>
              <a:t>This two-step refinement yields statistically reliable </a:t>
            </a:r>
            <a:r>
              <a:rPr lang="en" sz="1300" u="sng">
                <a:solidFill>
                  <a:schemeClr val="dk1"/>
                </a:solidFill>
                <a:latin typeface="Times"/>
                <a:ea typeface="Times"/>
                <a:cs typeface="Times"/>
                <a:sym typeface="Times"/>
              </a:rPr>
              <a:t>directed edges</a:t>
            </a:r>
            <a:r>
              <a:rPr lang="en" sz="1300">
                <a:solidFill>
                  <a:schemeClr val="dk1"/>
                </a:solidFill>
                <a:latin typeface="Times"/>
                <a:ea typeface="Times"/>
                <a:cs typeface="Times"/>
                <a:sym typeface="Times"/>
              </a:rPr>
              <a:t> in complex time-series environments, </a:t>
            </a:r>
            <a:r>
              <a:rPr lang="en" sz="1300">
                <a:solidFill>
                  <a:schemeClr val="dk1"/>
                </a:solidFill>
                <a:latin typeface="Times"/>
                <a:ea typeface="Times"/>
                <a:cs typeface="Times"/>
                <a:sym typeface="Times"/>
              </a:rPr>
              <a:t>making it especially effective for revealing directed influence patterns in noisy multivariate signals.</a:t>
            </a:r>
            <a:endParaRPr sz="1300">
              <a:solidFill>
                <a:schemeClr val="dk1"/>
              </a:solidFill>
              <a:latin typeface="Times"/>
              <a:ea typeface="Times"/>
              <a:cs typeface="Times"/>
              <a:sym typeface="Times"/>
            </a:endParaRPr>
          </a:p>
          <a:p>
            <a:pPr indent="-311150" lvl="0" marL="457200" rtl="0" algn="just">
              <a:spcBef>
                <a:spcPts val="1000"/>
              </a:spcBef>
              <a:spcAft>
                <a:spcPts val="0"/>
              </a:spcAft>
              <a:buClr>
                <a:schemeClr val="dk1"/>
              </a:buClr>
              <a:buSzPts val="1300"/>
              <a:buFont typeface="Times"/>
              <a:buChar char="●"/>
            </a:pPr>
            <a:r>
              <a:rPr lang="en" sz="1300">
                <a:solidFill>
                  <a:schemeClr val="dk1"/>
                </a:solidFill>
                <a:latin typeface="Times"/>
                <a:ea typeface="Times"/>
                <a:cs typeface="Times"/>
                <a:sym typeface="Times"/>
              </a:rPr>
              <a:t>EEG time series have strong autocorrelation, nonlinear interactions, and high dimensionality, conditions where simpler Granger or pairwise causality tests fail. PCMCI’s </a:t>
            </a:r>
            <a:r>
              <a:rPr lang="en" sz="1300" u="sng">
                <a:solidFill>
                  <a:schemeClr val="dk1"/>
                </a:solidFill>
                <a:latin typeface="Times"/>
                <a:ea typeface="Times"/>
                <a:cs typeface="Times"/>
                <a:sym typeface="Times"/>
              </a:rPr>
              <a:t>lag-aware conditional testing</a:t>
            </a:r>
            <a:r>
              <a:rPr lang="en" sz="1300">
                <a:solidFill>
                  <a:schemeClr val="dk1"/>
                </a:solidFill>
                <a:latin typeface="Times"/>
                <a:ea typeface="Times"/>
                <a:cs typeface="Times"/>
                <a:sym typeface="Times"/>
              </a:rPr>
              <a:t> avoids inflating false positives and produces a clean, interpretable </a:t>
            </a:r>
            <a:r>
              <a:rPr lang="en" sz="1300" u="sng">
                <a:solidFill>
                  <a:schemeClr val="dk1"/>
                </a:solidFill>
                <a:latin typeface="Times"/>
                <a:ea typeface="Times"/>
                <a:cs typeface="Times"/>
                <a:sym typeface="Times"/>
              </a:rPr>
              <a:t>map of directional influence</a:t>
            </a:r>
            <a:r>
              <a:rPr lang="en" sz="1300">
                <a:solidFill>
                  <a:schemeClr val="dk1"/>
                </a:solidFill>
                <a:latin typeface="Times"/>
                <a:ea typeface="Times"/>
                <a:cs typeface="Times"/>
                <a:sym typeface="Times"/>
              </a:rPr>
              <a:t>, which is essential for downstream ranking and Hodge decomposition.</a:t>
            </a:r>
            <a:endParaRPr sz="1300">
              <a:solidFill>
                <a:schemeClr val="dk1"/>
              </a:solidFill>
              <a:latin typeface="Times"/>
              <a:ea typeface="Times"/>
              <a:cs typeface="Times"/>
              <a:sym typeface="Time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1"/>
          <p:cNvSpPr txBox="1"/>
          <p:nvPr>
            <p:ph type="title"/>
          </p:nvPr>
        </p:nvSpPr>
        <p:spPr>
          <a:xfrm>
            <a:off x="710525" y="540250"/>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Causal Inference (PCMCI) (Contd)</a:t>
            </a:r>
            <a:endParaRPr i="1" sz="1800"/>
          </a:p>
        </p:txBody>
      </p:sp>
      <p:sp>
        <p:nvSpPr>
          <p:cNvPr id="391" name="Google Shape;391;p31"/>
          <p:cNvSpPr txBox="1"/>
          <p:nvPr>
            <p:ph idx="1" type="body"/>
          </p:nvPr>
        </p:nvSpPr>
        <p:spPr>
          <a:xfrm>
            <a:off x="316625" y="1372850"/>
            <a:ext cx="6579900" cy="3045000"/>
          </a:xfrm>
          <a:prstGeom prst="rect">
            <a:avLst/>
          </a:prstGeom>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For each EEG epoch, PCMCI outputs a </a:t>
            </a:r>
            <a:r>
              <a:rPr lang="en" sz="1300" u="sng">
                <a:solidFill>
                  <a:schemeClr val="dk1"/>
                </a:solidFill>
                <a:latin typeface="Times"/>
                <a:ea typeface="Times"/>
                <a:cs typeface="Times"/>
                <a:sym typeface="Times"/>
              </a:rPr>
              <a:t>causal/directed weighted graph</a:t>
            </a:r>
            <a:r>
              <a:rPr lang="en" sz="1300">
                <a:solidFill>
                  <a:schemeClr val="dk1"/>
                </a:solidFill>
                <a:latin typeface="Times"/>
                <a:ea typeface="Times"/>
                <a:cs typeface="Times"/>
                <a:sym typeface="Times"/>
              </a:rPr>
              <a:t> </a:t>
            </a:r>
            <a:r>
              <a:rPr lang="en" sz="1300">
                <a:solidFill>
                  <a:schemeClr val="dk1"/>
                </a:solidFill>
                <a:latin typeface="Times"/>
                <a:ea typeface="Times"/>
                <a:cs typeface="Times"/>
                <a:sym typeface="Times"/>
              </a:rPr>
              <a:t>representing effective connectivity for that epoch. </a:t>
            </a:r>
            <a:endParaRPr sz="1300">
              <a:solidFill>
                <a:schemeClr val="dk1"/>
              </a:solidFill>
              <a:latin typeface="Times"/>
              <a:ea typeface="Times"/>
              <a:cs typeface="Times"/>
              <a:sym typeface="Times"/>
            </a:endParaRPr>
          </a:p>
          <a:p>
            <a:pPr indent="-311150" lvl="0" marL="457200" rtl="0" algn="just">
              <a:lnSpc>
                <a:spcPct val="115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MCI </a:t>
            </a:r>
            <a:r>
              <a:rPr lang="en" sz="1300" u="sng">
                <a:solidFill>
                  <a:schemeClr val="dk1"/>
                </a:solidFill>
                <a:latin typeface="Times"/>
                <a:ea typeface="Times"/>
                <a:cs typeface="Times"/>
                <a:sym typeface="Times"/>
              </a:rPr>
              <a:t>p-values</a:t>
            </a:r>
            <a:r>
              <a:rPr lang="en" sz="1300">
                <a:solidFill>
                  <a:schemeClr val="dk1"/>
                </a:solidFill>
                <a:latin typeface="Times"/>
                <a:ea typeface="Times"/>
                <a:cs typeface="Times"/>
                <a:sym typeface="Times"/>
              </a:rPr>
              <a:t> across lags are converted into directed connection weights reflecting </a:t>
            </a:r>
            <a:r>
              <a:rPr lang="en" sz="1300">
                <a:solidFill>
                  <a:schemeClr val="dk1"/>
                </a:solidFill>
                <a:latin typeface="Times"/>
                <a:ea typeface="Times"/>
                <a:cs typeface="Times"/>
                <a:sym typeface="Times"/>
              </a:rPr>
              <a:t>significant lagged effects across channels.</a:t>
            </a:r>
            <a:endParaRPr sz="100">
              <a:solidFill>
                <a:schemeClr val="dk1"/>
              </a:solidFill>
              <a:latin typeface="Times"/>
              <a:ea typeface="Times"/>
              <a:cs typeface="Times"/>
              <a:sym typeface="Times"/>
            </a:endParaRPr>
          </a:p>
          <a:p>
            <a:pPr indent="-311150" lvl="0" marL="457200" rtl="0" algn="just">
              <a:lnSpc>
                <a:spcPct val="115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The directed adjacency matrix W is </a:t>
            </a:r>
            <a:r>
              <a:rPr lang="en" sz="1300">
                <a:solidFill>
                  <a:schemeClr val="dk1"/>
                </a:solidFill>
                <a:latin typeface="Times"/>
                <a:ea typeface="Times"/>
                <a:cs typeface="Times"/>
                <a:sym typeface="Times"/>
              </a:rPr>
              <a:t>decomposed into </a:t>
            </a:r>
            <a:r>
              <a:rPr lang="en" sz="1300" u="sng">
                <a:solidFill>
                  <a:schemeClr val="dk1"/>
                </a:solidFill>
                <a:latin typeface="Times"/>
                <a:ea typeface="Times"/>
                <a:cs typeface="Times"/>
                <a:sym typeface="Times"/>
              </a:rPr>
              <a:t>symmetric</a:t>
            </a:r>
            <a:r>
              <a:rPr lang="en" sz="1300">
                <a:solidFill>
                  <a:schemeClr val="dk1"/>
                </a:solidFill>
                <a:latin typeface="Times"/>
                <a:ea typeface="Times"/>
                <a:cs typeface="Times"/>
                <a:sym typeface="Times"/>
              </a:rPr>
              <a:t> and </a:t>
            </a:r>
            <a:r>
              <a:rPr lang="en" sz="1300" u="sng">
                <a:solidFill>
                  <a:schemeClr val="dk1"/>
                </a:solidFill>
                <a:latin typeface="Times"/>
                <a:ea typeface="Times"/>
                <a:cs typeface="Times"/>
                <a:sym typeface="Times"/>
              </a:rPr>
              <a:t>anti-symmetric components</a:t>
            </a:r>
            <a:r>
              <a:rPr lang="en" sz="1300">
                <a:solidFill>
                  <a:schemeClr val="dk1"/>
                </a:solidFill>
                <a:latin typeface="Times"/>
                <a:ea typeface="Times"/>
                <a:cs typeface="Times"/>
                <a:sym typeface="Times"/>
              </a:rPr>
              <a:t>:</a:t>
            </a:r>
            <a:endParaRPr sz="1100">
              <a:solidFill>
                <a:srgbClr val="000000"/>
              </a:solidFill>
              <a:latin typeface="Arial"/>
              <a:ea typeface="Arial"/>
              <a:cs typeface="Arial"/>
              <a:sym typeface="Arial"/>
            </a:endParaRPr>
          </a:p>
          <a:p>
            <a:pPr indent="-311150" lvl="0" marL="914400" rtl="0" algn="just">
              <a:lnSpc>
                <a:spcPct val="115000"/>
              </a:lnSpc>
              <a:spcBef>
                <a:spcPts val="0"/>
              </a:spcBef>
              <a:spcAft>
                <a:spcPts val="0"/>
              </a:spcAft>
              <a:buClr>
                <a:schemeClr val="dk1"/>
              </a:buClr>
              <a:buSzPts val="1300"/>
              <a:buFont typeface="Times"/>
              <a:buChar char="➢"/>
            </a:pPr>
            <a:r>
              <a:rPr b="1" lang="en" sz="1300">
                <a:solidFill>
                  <a:schemeClr val="dk1"/>
                </a:solidFill>
                <a:latin typeface="Times"/>
                <a:ea typeface="Times"/>
                <a:cs typeface="Times"/>
                <a:sym typeface="Times"/>
              </a:rPr>
              <a:t>Ws = (W + Wᵀ)/2</a:t>
            </a:r>
            <a:r>
              <a:rPr lang="en" sz="1300">
                <a:solidFill>
                  <a:schemeClr val="dk1"/>
                </a:solidFill>
                <a:latin typeface="Times"/>
                <a:ea typeface="Times"/>
                <a:cs typeface="Times"/>
                <a:sym typeface="Times"/>
              </a:rPr>
              <a:t> (symmetric, mutual two-way bidirectional interactions).</a:t>
            </a:r>
            <a:endParaRPr sz="1300">
              <a:solidFill>
                <a:schemeClr val="dk1"/>
              </a:solidFill>
              <a:latin typeface="Times"/>
              <a:ea typeface="Times"/>
              <a:cs typeface="Times"/>
              <a:sym typeface="Times"/>
            </a:endParaRPr>
          </a:p>
          <a:p>
            <a:pPr indent="-311150" lvl="0" marL="914400" rtl="0" algn="just">
              <a:lnSpc>
                <a:spcPct val="115000"/>
              </a:lnSpc>
              <a:spcBef>
                <a:spcPts val="0"/>
              </a:spcBef>
              <a:spcAft>
                <a:spcPts val="0"/>
              </a:spcAft>
              <a:buClr>
                <a:schemeClr val="dk1"/>
              </a:buClr>
              <a:buSzPts val="1300"/>
              <a:buFont typeface="Times"/>
              <a:buChar char="➢"/>
            </a:pPr>
            <a:r>
              <a:rPr b="1" lang="en" sz="1300">
                <a:solidFill>
                  <a:schemeClr val="dk1"/>
                </a:solidFill>
                <a:latin typeface="Times"/>
                <a:ea typeface="Times"/>
                <a:cs typeface="Times"/>
                <a:sym typeface="Times"/>
              </a:rPr>
              <a:t>Wa = (W – Wᵀ)/2</a:t>
            </a:r>
            <a:r>
              <a:rPr lang="en" sz="1300">
                <a:solidFill>
                  <a:schemeClr val="dk1"/>
                </a:solidFill>
                <a:latin typeface="Times"/>
                <a:ea typeface="Times"/>
                <a:cs typeface="Times"/>
                <a:sym typeface="Times"/>
              </a:rPr>
              <a:t> (antisymmetric, net directional information flow).</a:t>
            </a:r>
            <a:endParaRPr sz="1300">
              <a:solidFill>
                <a:schemeClr val="dk1"/>
              </a:solidFill>
              <a:latin typeface="Times"/>
              <a:ea typeface="Times"/>
              <a:cs typeface="Times"/>
              <a:sym typeface="Times"/>
            </a:endParaRPr>
          </a:p>
          <a:p>
            <a:pPr indent="0" lvl="0" marL="457200" rtl="0" algn="just">
              <a:spcBef>
                <a:spcPts val="1000"/>
              </a:spcBef>
              <a:spcAft>
                <a:spcPts val="0"/>
              </a:spcAft>
              <a:buNone/>
            </a:pPr>
            <a:r>
              <a:rPr lang="en" sz="1300">
                <a:solidFill>
                  <a:schemeClr val="dk1"/>
                </a:solidFill>
                <a:latin typeface="Times"/>
                <a:ea typeface="Times"/>
                <a:cs typeface="Times"/>
                <a:sym typeface="Times"/>
              </a:rPr>
              <a:t>Wa highlights predominant direction of influence, revealing </a:t>
            </a:r>
            <a:r>
              <a:rPr lang="en" sz="1300" u="sng">
                <a:solidFill>
                  <a:schemeClr val="dk1"/>
                </a:solidFill>
                <a:latin typeface="Times"/>
                <a:ea typeface="Times"/>
                <a:cs typeface="Times"/>
                <a:sym typeface="Times"/>
              </a:rPr>
              <a:t>hierarchical structure.</a:t>
            </a:r>
            <a:endParaRPr sz="1300" u="sng">
              <a:solidFill>
                <a:schemeClr val="dk1"/>
              </a:solidFill>
              <a:latin typeface="Times"/>
              <a:ea typeface="Times"/>
              <a:cs typeface="Times"/>
              <a:sym typeface="Times"/>
            </a:endParaRPr>
          </a:p>
          <a:p>
            <a:pPr indent="-311150" lvl="0" marL="457200" rtl="0" algn="just">
              <a:spcBef>
                <a:spcPts val="1000"/>
              </a:spcBef>
              <a:spcAft>
                <a:spcPts val="0"/>
              </a:spcAft>
              <a:buClr>
                <a:schemeClr val="dk1"/>
              </a:buClr>
              <a:buSzPts val="1300"/>
              <a:buFont typeface="Times"/>
              <a:buChar char="●"/>
            </a:pPr>
            <a:r>
              <a:rPr lang="en" sz="1300">
                <a:solidFill>
                  <a:schemeClr val="dk1"/>
                </a:solidFill>
                <a:latin typeface="Times"/>
                <a:ea typeface="Times"/>
                <a:cs typeface="Times"/>
                <a:sym typeface="Times"/>
              </a:rPr>
              <a:t>Hodge decomposition requires a reliable estimate of net flow, and PCMCI provides exactly this by producing statistically grounded directed edges. Without PCMCI, the ranking step would reflect correlation—not causation. </a:t>
            </a:r>
            <a:endParaRPr sz="1300">
              <a:solidFill>
                <a:schemeClr val="dk1"/>
              </a:solidFill>
              <a:latin typeface="Times"/>
              <a:ea typeface="Times"/>
              <a:cs typeface="Times"/>
              <a:sym typeface="Times"/>
            </a:endParaRPr>
          </a:p>
          <a:p>
            <a:pPr indent="0" lvl="0" marL="457200" rtl="0" algn="just">
              <a:spcBef>
                <a:spcPts val="1000"/>
              </a:spcBef>
              <a:spcAft>
                <a:spcPts val="0"/>
              </a:spcAft>
              <a:buNone/>
            </a:pPr>
            <a:r>
              <a:t/>
            </a:r>
            <a:endParaRPr sz="1300">
              <a:solidFill>
                <a:schemeClr val="dk1"/>
              </a:solidFill>
              <a:latin typeface="Times"/>
              <a:ea typeface="Times"/>
              <a:cs typeface="Times"/>
              <a:sym typeface="Times"/>
            </a:endParaRPr>
          </a:p>
          <a:p>
            <a:pPr indent="0" lvl="0" marL="457200" rtl="0" algn="just">
              <a:spcBef>
                <a:spcPts val="1000"/>
              </a:spcBef>
              <a:spcAft>
                <a:spcPts val="1000"/>
              </a:spcAft>
              <a:buNone/>
            </a:pPr>
            <a:r>
              <a:t/>
            </a:r>
            <a:endParaRPr sz="1300">
              <a:solidFill>
                <a:schemeClr val="dk1"/>
              </a:solidFill>
              <a:latin typeface="Times"/>
              <a:ea typeface="Times"/>
              <a:cs typeface="Times"/>
              <a:sym typeface="Times"/>
            </a:endParaRPr>
          </a:p>
        </p:txBody>
      </p:sp>
      <p:pic>
        <p:nvPicPr>
          <p:cNvPr id="392" name="Google Shape;392;p31"/>
          <p:cNvPicPr preferRelativeResize="0"/>
          <p:nvPr/>
        </p:nvPicPr>
        <p:blipFill>
          <a:blip r:embed="rId3">
            <a:alphaModFix/>
          </a:blip>
          <a:stretch>
            <a:fillRect/>
          </a:stretch>
        </p:blipFill>
        <p:spPr>
          <a:xfrm>
            <a:off x="6964475" y="1525250"/>
            <a:ext cx="1666875" cy="847725"/>
          </a:xfrm>
          <a:prstGeom prst="rect">
            <a:avLst/>
          </a:prstGeom>
          <a:noFill/>
          <a:ln cap="flat" cmpd="sng" w="9525">
            <a:solidFill>
              <a:schemeClr val="lt1"/>
            </a:solidFill>
            <a:prstDash val="solid"/>
            <a:round/>
            <a:headEnd len="sm" w="sm" type="none"/>
            <a:tailEnd len="sm" w="sm" type="none"/>
          </a:ln>
        </p:spPr>
      </p:pic>
      <p:pic>
        <p:nvPicPr>
          <p:cNvPr id="393" name="Google Shape;393;p31"/>
          <p:cNvPicPr preferRelativeResize="0"/>
          <p:nvPr/>
        </p:nvPicPr>
        <p:blipFill rotWithShape="1">
          <a:blip r:embed="rId4">
            <a:alphaModFix/>
          </a:blip>
          <a:srcRect b="20031" l="0" r="0" t="25785"/>
          <a:stretch/>
        </p:blipFill>
        <p:spPr>
          <a:xfrm>
            <a:off x="2741475" y="2602475"/>
            <a:ext cx="1511625" cy="245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2"/>
          <p:cNvSpPr txBox="1"/>
          <p:nvPr>
            <p:ph type="title"/>
          </p:nvPr>
        </p:nvSpPr>
        <p:spPr>
          <a:xfrm>
            <a:off x="710525" y="332975"/>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Hodge Decomposition</a:t>
            </a:r>
            <a:endParaRPr i="1" sz="1800"/>
          </a:p>
        </p:txBody>
      </p:sp>
      <p:sp>
        <p:nvSpPr>
          <p:cNvPr id="399" name="Google Shape;399;p32"/>
          <p:cNvSpPr txBox="1"/>
          <p:nvPr>
            <p:ph idx="1" type="body"/>
          </p:nvPr>
        </p:nvSpPr>
        <p:spPr>
          <a:xfrm>
            <a:off x="568925" y="989050"/>
            <a:ext cx="7907100" cy="3045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300">
                <a:solidFill>
                  <a:schemeClr val="dk1"/>
                </a:solidFill>
                <a:latin typeface="Times"/>
                <a:ea typeface="Times"/>
                <a:cs typeface="Times"/>
                <a:sym typeface="Times"/>
              </a:rPr>
              <a:t>Hodge (Helmholtz) decomposition splits any anti-symmetric edge flow Wa on a graph into </a:t>
            </a:r>
            <a:r>
              <a:rPr lang="en" sz="1300" u="sng">
                <a:solidFill>
                  <a:schemeClr val="dk1"/>
                </a:solidFill>
                <a:latin typeface="Times"/>
                <a:ea typeface="Times"/>
                <a:cs typeface="Times"/>
                <a:sym typeface="Times"/>
              </a:rPr>
              <a:t>three orthogonal parts</a:t>
            </a:r>
            <a:r>
              <a:rPr lang="en" sz="1300">
                <a:solidFill>
                  <a:schemeClr val="dk1"/>
                </a:solidFill>
                <a:latin typeface="Times"/>
                <a:ea typeface="Times"/>
                <a:cs typeface="Times"/>
                <a:sym typeface="Times"/>
              </a:rPr>
              <a:t>: a gradient (global ranking), a curl (local cycles), and a harmonic (global/nonlocal cycles), giving a unique, interpretable decomposition of net flow: </a:t>
            </a:r>
            <a:endParaRPr sz="1300">
              <a:solidFill>
                <a:schemeClr val="dk1"/>
              </a:solidFill>
              <a:latin typeface="Times"/>
              <a:ea typeface="Times"/>
              <a:cs typeface="Times"/>
              <a:sym typeface="Times"/>
            </a:endParaRPr>
          </a:p>
          <a:p>
            <a:pPr indent="-311150" lvl="0" marL="457200" rtl="0" algn="just">
              <a:spcBef>
                <a:spcPts val="1000"/>
              </a:spcBef>
              <a:spcAft>
                <a:spcPts val="0"/>
              </a:spcAft>
              <a:buClr>
                <a:schemeClr val="dk1"/>
              </a:buClr>
              <a:buSzPts val="1300"/>
              <a:buFont typeface="Times"/>
              <a:buChar char="➢"/>
            </a:pPr>
            <a:r>
              <a:rPr lang="en" sz="1300">
                <a:solidFill>
                  <a:schemeClr val="dk1"/>
                </a:solidFill>
                <a:latin typeface="Times"/>
                <a:ea typeface="Times"/>
                <a:cs typeface="Times"/>
                <a:sym typeface="Times"/>
              </a:rPr>
              <a:t>The </a:t>
            </a:r>
            <a:r>
              <a:rPr b="1" lang="en" sz="1300" u="sng">
                <a:solidFill>
                  <a:schemeClr val="dk1"/>
                </a:solidFill>
                <a:latin typeface="Times"/>
                <a:ea typeface="Times"/>
                <a:cs typeface="Times"/>
                <a:sym typeface="Times"/>
              </a:rPr>
              <a:t>gradient</a:t>
            </a:r>
            <a:r>
              <a:rPr lang="en" sz="1300">
                <a:solidFill>
                  <a:schemeClr val="dk1"/>
                </a:solidFill>
                <a:latin typeface="Times"/>
                <a:ea typeface="Times"/>
                <a:cs typeface="Times"/>
                <a:sym typeface="Times"/>
              </a:rPr>
              <a:t> encodes node potentials and captures transitive, </a:t>
            </a:r>
            <a:r>
              <a:rPr lang="en" sz="1300">
                <a:solidFill>
                  <a:schemeClr val="dk1"/>
                </a:solidFill>
                <a:latin typeface="Times"/>
                <a:ea typeface="Times"/>
                <a:cs typeface="Times"/>
                <a:sym typeface="Times"/>
              </a:rPr>
              <a:t>hierarchical</a:t>
            </a:r>
            <a:r>
              <a:rPr lang="en" sz="1300">
                <a:solidFill>
                  <a:schemeClr val="dk1"/>
                </a:solidFill>
                <a:latin typeface="Times"/>
                <a:ea typeface="Times"/>
                <a:cs typeface="Times"/>
                <a:sym typeface="Times"/>
              </a:rPr>
              <a:t> influence (who drives whom). </a:t>
            </a:r>
            <a:endParaRPr sz="4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The </a:t>
            </a:r>
            <a:r>
              <a:rPr b="1" lang="en" sz="1300" u="sng">
                <a:solidFill>
                  <a:schemeClr val="dk1"/>
                </a:solidFill>
                <a:latin typeface="Times"/>
                <a:ea typeface="Times"/>
                <a:cs typeface="Times"/>
                <a:sym typeface="Times"/>
              </a:rPr>
              <a:t>curl</a:t>
            </a:r>
            <a:r>
              <a:rPr lang="en" sz="1300">
                <a:solidFill>
                  <a:schemeClr val="dk1"/>
                </a:solidFill>
                <a:latin typeface="Times"/>
                <a:ea typeface="Times"/>
                <a:cs typeface="Times"/>
                <a:sym typeface="Times"/>
              </a:rPr>
              <a:t> quantifies rotation around triangular faces (3-node cycles) and signals local inconsistencies that prevent a perfect ranking. These operators explain why some networks admit a clean ranking and others do not.</a:t>
            </a:r>
            <a:endParaRPr sz="1300">
              <a:solidFill>
                <a:schemeClr val="dk1"/>
              </a:solidFill>
              <a:latin typeface="Times"/>
              <a:ea typeface="Times"/>
              <a:cs typeface="Times"/>
              <a:sym typeface="Times"/>
            </a:endParaRPr>
          </a:p>
          <a:p>
            <a:pPr indent="-311150" lvl="0" marL="457200" rtl="0" algn="l">
              <a:lnSpc>
                <a:spcPct val="115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The </a:t>
            </a:r>
            <a:r>
              <a:rPr b="1" lang="en" sz="1300" u="sng">
                <a:solidFill>
                  <a:schemeClr val="dk1"/>
                </a:solidFill>
                <a:latin typeface="Times"/>
                <a:ea typeface="Times"/>
                <a:cs typeface="Times"/>
                <a:sym typeface="Times"/>
              </a:rPr>
              <a:t>harmonic component, h</a:t>
            </a:r>
            <a:r>
              <a:rPr lang="en" sz="1300">
                <a:solidFill>
                  <a:schemeClr val="dk1"/>
                </a:solidFill>
                <a:latin typeface="Times"/>
                <a:ea typeface="Times"/>
                <a:cs typeface="Times"/>
                <a:sym typeface="Times"/>
              </a:rPr>
              <a:t> captures gl</a:t>
            </a:r>
            <a:r>
              <a:rPr lang="en" sz="1300">
                <a:solidFill>
                  <a:schemeClr val="dk1"/>
                </a:solidFill>
                <a:latin typeface="Times"/>
                <a:ea typeface="Times"/>
                <a:cs typeface="Times"/>
                <a:sym typeface="Times"/>
              </a:rPr>
              <a:t>obal cyclic structure not expressible as local curls or gradients (e.g., non-contractible loops in the network topology).</a:t>
            </a:r>
            <a:endParaRPr sz="1300">
              <a:solidFill>
                <a:schemeClr val="dk1"/>
              </a:solidFill>
              <a:latin typeface="Times"/>
              <a:ea typeface="Times"/>
              <a:cs typeface="Times"/>
              <a:sym typeface="Times"/>
            </a:endParaRPr>
          </a:p>
          <a:p>
            <a:pPr indent="0" lvl="0" marL="457200" rtl="0" algn="just">
              <a:spcBef>
                <a:spcPts val="1200"/>
              </a:spcBef>
              <a:spcAft>
                <a:spcPts val="0"/>
              </a:spcAft>
              <a:buNone/>
            </a:pPr>
            <a:r>
              <a:t/>
            </a:r>
            <a:endParaRPr sz="1300">
              <a:solidFill>
                <a:schemeClr val="dk1"/>
              </a:solidFill>
              <a:latin typeface="Times"/>
              <a:ea typeface="Times"/>
              <a:cs typeface="Times"/>
              <a:sym typeface="Times"/>
            </a:endParaRPr>
          </a:p>
          <a:p>
            <a:pPr indent="0" lvl="0" marL="457200" rtl="0" algn="just">
              <a:spcBef>
                <a:spcPts val="1000"/>
              </a:spcBef>
              <a:spcAft>
                <a:spcPts val="1000"/>
              </a:spcAft>
              <a:buNone/>
            </a:pPr>
            <a:r>
              <a:t/>
            </a:r>
            <a:endParaRPr sz="1300">
              <a:solidFill>
                <a:schemeClr val="dk1"/>
              </a:solidFill>
              <a:latin typeface="Times"/>
              <a:ea typeface="Times"/>
              <a:cs typeface="Times"/>
              <a:sym typeface="Times"/>
            </a:endParaRPr>
          </a:p>
        </p:txBody>
      </p:sp>
      <p:pic>
        <p:nvPicPr>
          <p:cNvPr id="400" name="Google Shape;400;p32"/>
          <p:cNvPicPr preferRelativeResize="0"/>
          <p:nvPr/>
        </p:nvPicPr>
        <p:blipFill>
          <a:blip r:embed="rId3">
            <a:alphaModFix/>
          </a:blip>
          <a:stretch>
            <a:fillRect/>
          </a:stretch>
        </p:blipFill>
        <p:spPr>
          <a:xfrm>
            <a:off x="2585775" y="3392575"/>
            <a:ext cx="3757574" cy="1222925"/>
          </a:xfrm>
          <a:prstGeom prst="rect">
            <a:avLst/>
          </a:prstGeom>
          <a:noFill/>
          <a:ln>
            <a:noFill/>
          </a:ln>
        </p:spPr>
      </p:pic>
      <p:pic>
        <p:nvPicPr>
          <p:cNvPr id="401" name="Google Shape;401;p32"/>
          <p:cNvPicPr preferRelativeResize="0"/>
          <p:nvPr/>
        </p:nvPicPr>
        <p:blipFill rotWithShape="1">
          <a:blip r:embed="rId4">
            <a:alphaModFix/>
          </a:blip>
          <a:srcRect b="0" l="0" r="7114" t="22432"/>
          <a:stretch/>
        </p:blipFill>
        <p:spPr>
          <a:xfrm>
            <a:off x="1029550" y="3119198"/>
            <a:ext cx="1247699" cy="273375"/>
          </a:xfrm>
          <a:prstGeom prst="rect">
            <a:avLst/>
          </a:prstGeom>
          <a:noFill/>
          <a:ln cap="flat" cmpd="sng" w="9525">
            <a:solidFill>
              <a:schemeClr val="lt1"/>
            </a:solidFill>
            <a:prstDash val="solid"/>
            <a:round/>
            <a:headEnd len="sm" w="sm" type="none"/>
            <a:tailEnd len="sm" w="sm" type="none"/>
          </a:ln>
        </p:spPr>
      </p:pic>
      <p:pic>
        <p:nvPicPr>
          <p:cNvPr id="402" name="Google Shape;402;p32"/>
          <p:cNvPicPr preferRelativeResize="0"/>
          <p:nvPr/>
        </p:nvPicPr>
        <p:blipFill rotWithShape="1">
          <a:blip r:embed="rId5">
            <a:alphaModFix/>
          </a:blip>
          <a:srcRect b="0" l="0" r="0" t="31276"/>
          <a:stretch/>
        </p:blipFill>
        <p:spPr>
          <a:xfrm>
            <a:off x="3089431" y="3119198"/>
            <a:ext cx="1942668" cy="273375"/>
          </a:xfrm>
          <a:prstGeom prst="rect">
            <a:avLst/>
          </a:prstGeom>
          <a:noFill/>
          <a:ln cap="flat" cmpd="sng" w="9525">
            <a:solidFill>
              <a:schemeClr val="lt1"/>
            </a:solidFill>
            <a:prstDash val="solid"/>
            <a:round/>
            <a:headEnd len="sm" w="sm" type="none"/>
            <a:tailEnd len="sm" w="sm" type="none"/>
          </a:ln>
        </p:spPr>
      </p:pic>
      <p:pic>
        <p:nvPicPr>
          <p:cNvPr id="403" name="Google Shape;403;p32"/>
          <p:cNvPicPr preferRelativeResize="0"/>
          <p:nvPr/>
        </p:nvPicPr>
        <p:blipFill>
          <a:blip r:embed="rId6">
            <a:alphaModFix/>
          </a:blip>
          <a:stretch>
            <a:fillRect/>
          </a:stretch>
        </p:blipFill>
        <p:spPr>
          <a:xfrm>
            <a:off x="5661600" y="3119200"/>
            <a:ext cx="2676350" cy="273375"/>
          </a:xfrm>
          <a:prstGeom prst="rect">
            <a:avLst/>
          </a:prstGeom>
          <a:noFill/>
          <a:ln cap="flat" cmpd="sng" w="9525">
            <a:solidFill>
              <a:schemeClr val="lt1"/>
            </a:solidFill>
            <a:prstDash val="solid"/>
            <a:round/>
            <a:headEnd len="sm" w="sm" type="none"/>
            <a:tailEnd len="sm" w="sm" type="none"/>
          </a:ln>
        </p:spPr>
      </p:pic>
      <p:pic>
        <p:nvPicPr>
          <p:cNvPr id="404" name="Google Shape;404;p32"/>
          <p:cNvPicPr preferRelativeResize="0"/>
          <p:nvPr/>
        </p:nvPicPr>
        <p:blipFill rotWithShape="1">
          <a:blip r:embed="rId7">
            <a:alphaModFix/>
          </a:blip>
          <a:srcRect b="0" l="0" r="7441" t="31214"/>
          <a:stretch/>
        </p:blipFill>
        <p:spPr>
          <a:xfrm>
            <a:off x="3448963" y="1559625"/>
            <a:ext cx="2400569" cy="273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3"/>
          <p:cNvSpPr txBox="1"/>
          <p:nvPr>
            <p:ph type="title"/>
          </p:nvPr>
        </p:nvSpPr>
        <p:spPr>
          <a:xfrm>
            <a:off x="710525" y="448125"/>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Hodge Decomposition (Contd)</a:t>
            </a:r>
            <a:endParaRPr i="1" sz="1800"/>
          </a:p>
        </p:txBody>
      </p:sp>
      <p:sp>
        <p:nvSpPr>
          <p:cNvPr id="410" name="Google Shape;410;p33"/>
          <p:cNvSpPr txBox="1"/>
          <p:nvPr>
            <p:ph idx="1" type="body"/>
          </p:nvPr>
        </p:nvSpPr>
        <p:spPr>
          <a:xfrm>
            <a:off x="461475" y="1049250"/>
            <a:ext cx="8114400" cy="3045000"/>
          </a:xfrm>
          <a:prstGeom prst="rect">
            <a:avLst/>
          </a:prstGeom>
        </p:spPr>
        <p:txBody>
          <a:bodyPr anchorCtr="0" anchor="t" bIns="91425" lIns="91425" spcFirstLastPara="1" rIns="91425" wrap="square" tIns="91425">
            <a:noAutofit/>
          </a:bodyPr>
          <a:lstStyle/>
          <a:p>
            <a:pPr indent="0" lvl="0" marL="0" rtl="0" algn="just">
              <a:lnSpc>
                <a:spcPct val="100000"/>
              </a:lnSpc>
              <a:spcBef>
                <a:spcPts val="1200"/>
              </a:spcBef>
              <a:spcAft>
                <a:spcPts val="0"/>
              </a:spcAft>
              <a:buNone/>
            </a:pPr>
            <a:r>
              <a:rPr lang="en" sz="1300">
                <a:solidFill>
                  <a:schemeClr val="dk1"/>
                </a:solidFill>
                <a:latin typeface="Times"/>
                <a:ea typeface="Times"/>
                <a:cs typeface="Times"/>
                <a:sym typeface="Times"/>
              </a:rPr>
              <a:t>To extract the ranking/gradient , curl, and harmonic parts from the net-flow matrix W</a:t>
            </a:r>
            <a:r>
              <a:rPr baseline="-25000" lang="en" sz="1300">
                <a:solidFill>
                  <a:schemeClr val="dk1"/>
                </a:solidFill>
                <a:latin typeface="Times"/>
                <a:ea typeface="Times"/>
                <a:cs typeface="Times"/>
                <a:sym typeface="Times"/>
              </a:rPr>
              <a:t>a</a:t>
            </a:r>
            <a:r>
              <a:rPr lang="en" sz="1300">
                <a:solidFill>
                  <a:schemeClr val="dk1"/>
                </a:solidFill>
                <a:latin typeface="Times"/>
                <a:ea typeface="Times"/>
                <a:cs typeface="Times"/>
                <a:sym typeface="Times"/>
              </a:rPr>
              <a:t>, we solve </a:t>
            </a:r>
            <a:r>
              <a:rPr lang="en" sz="1300" u="sng">
                <a:solidFill>
                  <a:schemeClr val="dk1"/>
                </a:solidFill>
                <a:latin typeface="Times"/>
                <a:ea typeface="Times"/>
                <a:cs typeface="Times"/>
                <a:sym typeface="Times"/>
              </a:rPr>
              <a:t>two core least-squares problems</a:t>
            </a:r>
            <a:r>
              <a:rPr lang="en" sz="1300">
                <a:solidFill>
                  <a:schemeClr val="dk1"/>
                </a:solidFill>
                <a:latin typeface="Times"/>
                <a:ea typeface="Times"/>
                <a:cs typeface="Times"/>
                <a:sym typeface="Times"/>
              </a:rPr>
              <a:t>. </a:t>
            </a:r>
            <a:endParaRPr sz="1300">
              <a:solidFill>
                <a:schemeClr val="dk1"/>
              </a:solidFill>
              <a:latin typeface="Times"/>
              <a:ea typeface="Times"/>
              <a:cs typeface="Times"/>
              <a:sym typeface="Times"/>
            </a:endParaRPr>
          </a:p>
          <a:p>
            <a:pPr indent="0" lvl="0" marL="0" rtl="0" algn="just">
              <a:lnSpc>
                <a:spcPct val="115000"/>
              </a:lnSpc>
              <a:spcBef>
                <a:spcPts val="1200"/>
              </a:spcBef>
              <a:spcAft>
                <a:spcPts val="0"/>
              </a:spcAft>
              <a:buNone/>
            </a:pPr>
            <a:r>
              <a:t/>
            </a:r>
            <a:endParaRPr sz="1300">
              <a:solidFill>
                <a:schemeClr val="dk1"/>
              </a:solidFill>
              <a:latin typeface="Times"/>
              <a:ea typeface="Times"/>
              <a:cs typeface="Times"/>
              <a:sym typeface="Times"/>
            </a:endParaRPr>
          </a:p>
          <a:p>
            <a:pPr indent="0" lvl="0" marL="457200" rtl="0" algn="just">
              <a:lnSpc>
                <a:spcPct val="115000"/>
              </a:lnSpc>
              <a:spcBef>
                <a:spcPts val="1200"/>
              </a:spcBef>
              <a:spcAft>
                <a:spcPts val="0"/>
              </a:spcAft>
              <a:buNone/>
            </a:pPr>
            <a:r>
              <a:t/>
            </a:r>
            <a:endParaRPr sz="100">
              <a:solidFill>
                <a:schemeClr val="dk1"/>
              </a:solidFill>
              <a:latin typeface="Times"/>
              <a:ea typeface="Times"/>
              <a:cs typeface="Times"/>
              <a:sym typeface="Times"/>
            </a:endParaRPr>
          </a:p>
          <a:p>
            <a:pPr indent="0" lvl="0" marL="457200" rtl="0" algn="just">
              <a:lnSpc>
                <a:spcPct val="115000"/>
              </a:lnSpc>
              <a:spcBef>
                <a:spcPts val="1200"/>
              </a:spcBef>
              <a:spcAft>
                <a:spcPts val="0"/>
              </a:spcAft>
              <a:buNone/>
            </a:pPr>
            <a:r>
              <a:t/>
            </a:r>
            <a:endParaRPr sz="100">
              <a:solidFill>
                <a:schemeClr val="dk1"/>
              </a:solidFill>
              <a:latin typeface="Times"/>
              <a:ea typeface="Times"/>
              <a:cs typeface="Times"/>
              <a:sym typeface="Times"/>
            </a:endParaRPr>
          </a:p>
          <a:p>
            <a:pPr indent="-311150" lvl="1" marL="914400" rtl="0" algn="just">
              <a:lnSpc>
                <a:spcPct val="100000"/>
              </a:lnSpc>
              <a:spcBef>
                <a:spcPts val="1200"/>
              </a:spcBef>
              <a:spcAft>
                <a:spcPts val="0"/>
              </a:spcAft>
              <a:buClr>
                <a:schemeClr val="dk1"/>
              </a:buClr>
              <a:buSzPts val="1300"/>
              <a:buFont typeface="Times"/>
              <a:buChar char="➢"/>
            </a:pPr>
            <a:r>
              <a:rPr lang="en" sz="1300">
                <a:solidFill>
                  <a:schemeClr val="dk1"/>
                </a:solidFill>
                <a:latin typeface="Times"/>
                <a:ea typeface="Times"/>
                <a:cs typeface="Times"/>
                <a:sym typeface="Times"/>
              </a:rPr>
              <a:t>The gradient component is obtained via yielding </a:t>
            </a:r>
            <a:r>
              <a:rPr b="1" lang="en" sz="1300" u="sng">
                <a:solidFill>
                  <a:schemeClr val="dk1"/>
                </a:solidFill>
                <a:latin typeface="Times"/>
                <a:ea typeface="Times"/>
                <a:cs typeface="Times"/>
                <a:sym typeface="Times"/>
              </a:rPr>
              <a:t>node potentials, ŝ</a:t>
            </a:r>
            <a:r>
              <a:rPr lang="en" sz="1300">
                <a:solidFill>
                  <a:schemeClr val="dk1"/>
                </a:solidFill>
                <a:latin typeface="Times"/>
                <a:ea typeface="Times"/>
                <a:cs typeface="Times"/>
                <a:sym typeface="Times"/>
              </a:rPr>
              <a:t> that best match the observed net flows. </a:t>
            </a:r>
            <a:r>
              <a:rPr lang="en" sz="1300">
                <a:solidFill>
                  <a:schemeClr val="dk1"/>
                </a:solidFill>
                <a:latin typeface="Times"/>
                <a:ea typeface="Times"/>
                <a:cs typeface="Times"/>
                <a:sym typeface="Times"/>
              </a:rPr>
              <a:t>The estimated potentials serve as the ranking scores: higher values indicate nodes that exert more net influence on the network.</a:t>
            </a:r>
            <a:endParaRPr sz="100">
              <a:solidFill>
                <a:schemeClr val="dk1"/>
              </a:solidFill>
              <a:latin typeface="Times"/>
              <a:ea typeface="Times"/>
              <a:cs typeface="Times"/>
              <a:sym typeface="Times"/>
            </a:endParaRPr>
          </a:p>
          <a:p>
            <a:pPr indent="-311150" lvl="1" marL="914400" rtl="0" algn="just">
              <a:lnSpc>
                <a:spcPct val="100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We similarly estimate the </a:t>
            </a:r>
            <a:r>
              <a:rPr b="1" lang="en" sz="1300" u="sng">
                <a:solidFill>
                  <a:schemeClr val="dk1"/>
                </a:solidFill>
                <a:latin typeface="Times"/>
                <a:ea typeface="Times"/>
                <a:cs typeface="Times"/>
                <a:sym typeface="Times"/>
              </a:rPr>
              <a:t>curl term, φ̂</a:t>
            </a:r>
            <a:r>
              <a:rPr lang="en" sz="1300">
                <a:solidFill>
                  <a:schemeClr val="dk1"/>
                </a:solidFill>
                <a:latin typeface="Times"/>
                <a:ea typeface="Times"/>
                <a:cs typeface="Times"/>
                <a:sym typeface="Times"/>
              </a:rPr>
              <a:t>. Its</a:t>
            </a:r>
            <a:r>
              <a:rPr lang="en" sz="1300">
                <a:solidFill>
                  <a:schemeClr val="dk1"/>
                </a:solidFill>
                <a:latin typeface="Times"/>
                <a:ea typeface="Times"/>
                <a:cs typeface="Times"/>
                <a:sym typeface="Times"/>
              </a:rPr>
              <a:t> magnitude quantifies local cyclic inconsistencies, revealing where ranking conflicts occur.</a:t>
            </a:r>
            <a:endParaRPr sz="1300">
              <a:solidFill>
                <a:schemeClr val="dk1"/>
              </a:solidFill>
              <a:latin typeface="Times"/>
              <a:ea typeface="Times"/>
              <a:cs typeface="Times"/>
              <a:sym typeface="Times"/>
            </a:endParaRPr>
          </a:p>
          <a:p>
            <a:pPr indent="-311150" lvl="1" marL="914400" rtl="0" algn="just">
              <a:lnSpc>
                <a:spcPct val="100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T</a:t>
            </a:r>
            <a:r>
              <a:rPr lang="en" sz="1300">
                <a:solidFill>
                  <a:schemeClr val="dk1"/>
                </a:solidFill>
                <a:latin typeface="Times"/>
                <a:ea typeface="Times"/>
                <a:cs typeface="Times"/>
                <a:sym typeface="Times"/>
              </a:rPr>
              <a:t>he </a:t>
            </a:r>
            <a:r>
              <a:rPr b="1" lang="en" sz="1300" u="sng">
                <a:solidFill>
                  <a:schemeClr val="dk1"/>
                </a:solidFill>
                <a:latin typeface="Times"/>
                <a:ea typeface="Times"/>
                <a:cs typeface="Times"/>
                <a:sym typeface="Times"/>
              </a:rPr>
              <a:t>harmonic residual, ĥ</a:t>
            </a:r>
            <a:r>
              <a:rPr lang="en" sz="1300">
                <a:solidFill>
                  <a:schemeClr val="dk1"/>
                </a:solidFill>
                <a:latin typeface="Times"/>
                <a:ea typeface="Times"/>
                <a:cs typeface="Times"/>
                <a:sym typeface="Times"/>
              </a:rPr>
              <a:t> </a:t>
            </a:r>
            <a:r>
              <a:rPr lang="en" sz="1300">
                <a:solidFill>
                  <a:schemeClr val="dk1"/>
                </a:solidFill>
                <a:latin typeface="Times"/>
                <a:ea typeface="Times"/>
                <a:cs typeface="Times"/>
                <a:sym typeface="Times"/>
              </a:rPr>
              <a:t>highlights global, non-local cycles. Assessing these across seizure vs interictal epochs provides a detailed picture of how hierarchical structure reorganizes during seizures.</a:t>
            </a:r>
            <a:endParaRPr sz="1300">
              <a:solidFill>
                <a:schemeClr val="dk1"/>
              </a:solidFill>
              <a:latin typeface="Times"/>
              <a:ea typeface="Times"/>
              <a:cs typeface="Times"/>
              <a:sym typeface="Times"/>
            </a:endParaRPr>
          </a:p>
          <a:p>
            <a:pPr indent="0" lvl="0" marL="0" rtl="0" algn="just">
              <a:lnSpc>
                <a:spcPct val="115000"/>
              </a:lnSpc>
              <a:spcBef>
                <a:spcPts val="1200"/>
              </a:spcBef>
              <a:spcAft>
                <a:spcPts val="0"/>
              </a:spcAft>
              <a:buNone/>
            </a:pPr>
            <a:r>
              <a:rPr lang="en" sz="1300">
                <a:solidFill>
                  <a:schemeClr val="dk1"/>
                </a:solidFill>
                <a:latin typeface="Times"/>
                <a:ea typeface="Times"/>
                <a:cs typeface="Times"/>
                <a:sym typeface="Times"/>
              </a:rPr>
              <a:t>Together</a:t>
            </a:r>
            <a:r>
              <a:rPr lang="en" sz="1300">
                <a:solidFill>
                  <a:schemeClr val="dk1"/>
                </a:solidFill>
                <a:latin typeface="Times"/>
                <a:ea typeface="Times"/>
                <a:cs typeface="Times"/>
                <a:sym typeface="Times"/>
              </a:rPr>
              <a:t>, these give a complete decomposition of directional structure. </a:t>
            </a:r>
            <a:endParaRPr sz="1300">
              <a:solidFill>
                <a:schemeClr val="dk1"/>
              </a:solidFill>
              <a:latin typeface="Times"/>
              <a:ea typeface="Times"/>
              <a:cs typeface="Times"/>
              <a:sym typeface="Times"/>
            </a:endParaRPr>
          </a:p>
          <a:p>
            <a:pPr indent="0" lvl="0" marL="0" rtl="0" algn="just">
              <a:lnSpc>
                <a:spcPct val="115000"/>
              </a:lnSpc>
              <a:spcBef>
                <a:spcPts val="1200"/>
              </a:spcBef>
              <a:spcAft>
                <a:spcPts val="0"/>
              </a:spcAft>
              <a:buNone/>
            </a:pPr>
            <a:r>
              <a:t/>
            </a:r>
            <a:endParaRPr sz="1300">
              <a:solidFill>
                <a:schemeClr val="dk1"/>
              </a:solidFill>
              <a:latin typeface="Times"/>
              <a:ea typeface="Times"/>
              <a:cs typeface="Times"/>
              <a:sym typeface="Times"/>
            </a:endParaRPr>
          </a:p>
          <a:p>
            <a:pPr indent="0" lvl="0" marL="457200" rtl="0" algn="just">
              <a:spcBef>
                <a:spcPts val="1200"/>
              </a:spcBef>
              <a:spcAft>
                <a:spcPts val="1000"/>
              </a:spcAft>
              <a:buNone/>
            </a:pPr>
            <a:r>
              <a:t/>
            </a:r>
            <a:endParaRPr sz="1300">
              <a:solidFill>
                <a:schemeClr val="dk1"/>
              </a:solidFill>
              <a:latin typeface="Times"/>
              <a:ea typeface="Times"/>
              <a:cs typeface="Times"/>
              <a:sym typeface="Times"/>
            </a:endParaRPr>
          </a:p>
        </p:txBody>
      </p:sp>
      <p:pic>
        <p:nvPicPr>
          <p:cNvPr id="411" name="Google Shape;411;p33"/>
          <p:cNvPicPr preferRelativeResize="0"/>
          <p:nvPr/>
        </p:nvPicPr>
        <p:blipFill>
          <a:blip r:embed="rId3">
            <a:alphaModFix/>
          </a:blip>
          <a:stretch>
            <a:fillRect/>
          </a:stretch>
        </p:blipFill>
        <p:spPr>
          <a:xfrm>
            <a:off x="2070411" y="1570914"/>
            <a:ext cx="2064832" cy="894000"/>
          </a:xfrm>
          <a:prstGeom prst="rect">
            <a:avLst/>
          </a:prstGeom>
          <a:noFill/>
          <a:ln>
            <a:noFill/>
          </a:ln>
        </p:spPr>
      </p:pic>
      <p:grpSp>
        <p:nvGrpSpPr>
          <p:cNvPr id="412" name="Google Shape;412;p33"/>
          <p:cNvGrpSpPr/>
          <p:nvPr/>
        </p:nvGrpSpPr>
        <p:grpSpPr>
          <a:xfrm>
            <a:off x="5051676" y="1724975"/>
            <a:ext cx="2170150" cy="585900"/>
            <a:chOff x="5128451" y="1816575"/>
            <a:chExt cx="2170150" cy="585900"/>
          </a:xfrm>
        </p:grpSpPr>
        <p:sp>
          <p:nvSpPr>
            <p:cNvPr id="413" name="Google Shape;413;p33"/>
            <p:cNvSpPr txBox="1"/>
            <p:nvPr/>
          </p:nvSpPr>
          <p:spPr>
            <a:xfrm>
              <a:off x="5161575" y="1816575"/>
              <a:ext cx="2103900" cy="29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Times"/>
                  <a:ea typeface="Times"/>
                  <a:cs typeface="Times"/>
                  <a:sym typeface="Times"/>
                </a:rPr>
                <a:t>Helmholtz Hodge Decomposition</a:t>
              </a:r>
              <a:endParaRPr sz="1100">
                <a:solidFill>
                  <a:schemeClr val="dk1"/>
                </a:solidFill>
                <a:latin typeface="Times"/>
                <a:ea typeface="Times"/>
                <a:cs typeface="Times"/>
                <a:sym typeface="Times"/>
              </a:endParaRPr>
            </a:p>
          </p:txBody>
        </p:sp>
        <p:pic>
          <p:nvPicPr>
            <p:cNvPr id="414" name="Google Shape;414;p33"/>
            <p:cNvPicPr preferRelativeResize="0"/>
            <p:nvPr/>
          </p:nvPicPr>
          <p:blipFill rotWithShape="1">
            <a:blip r:embed="rId4">
              <a:alphaModFix/>
            </a:blip>
            <a:srcRect b="0" l="0" r="7441" t="31214"/>
            <a:stretch/>
          </p:blipFill>
          <p:spPr>
            <a:xfrm>
              <a:off x="5128451" y="2155338"/>
              <a:ext cx="2170150" cy="247137"/>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4"/>
          <p:cNvSpPr txBox="1"/>
          <p:nvPr>
            <p:ph type="title"/>
          </p:nvPr>
        </p:nvSpPr>
        <p:spPr>
          <a:xfrm>
            <a:off x="710525" y="379025"/>
            <a:ext cx="73833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Hodge Decomposition (Algorithm)</a:t>
            </a:r>
            <a:endParaRPr i="1" sz="1800"/>
          </a:p>
        </p:txBody>
      </p:sp>
      <p:pic>
        <p:nvPicPr>
          <p:cNvPr id="420" name="Google Shape;420;p34"/>
          <p:cNvPicPr preferRelativeResize="0"/>
          <p:nvPr/>
        </p:nvPicPr>
        <p:blipFill>
          <a:blip r:embed="rId3">
            <a:alphaModFix/>
          </a:blip>
          <a:stretch>
            <a:fillRect/>
          </a:stretch>
        </p:blipFill>
        <p:spPr>
          <a:xfrm>
            <a:off x="847525" y="1139825"/>
            <a:ext cx="5049061" cy="3404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5"/>
          <p:cNvSpPr txBox="1"/>
          <p:nvPr>
            <p:ph type="title"/>
          </p:nvPr>
        </p:nvSpPr>
        <p:spPr>
          <a:xfrm>
            <a:off x="702850" y="524875"/>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Experiment</a:t>
            </a:r>
            <a:endParaRPr i="1" sz="1800"/>
          </a:p>
        </p:txBody>
      </p:sp>
      <p:sp>
        <p:nvSpPr>
          <p:cNvPr id="426" name="Google Shape;426;p35"/>
          <p:cNvSpPr txBox="1"/>
          <p:nvPr>
            <p:ph idx="1" type="body"/>
          </p:nvPr>
        </p:nvSpPr>
        <p:spPr>
          <a:xfrm>
            <a:off x="458963" y="1301363"/>
            <a:ext cx="6579900" cy="30450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Simulation scenarios:</a:t>
            </a:r>
            <a:r>
              <a:rPr lang="en" sz="1300">
                <a:solidFill>
                  <a:schemeClr val="dk1"/>
                </a:solidFill>
                <a:latin typeface="Times"/>
                <a:ea typeface="Times"/>
                <a:cs typeface="Times"/>
                <a:sym typeface="Times"/>
              </a:rPr>
              <a:t> We tested six distinct simulation scenarios, each representing different hierarchical dependency structures. These scenarios range from linear hierarchies to local and complex cyclic dependencies, testing the robustness and versatility of our ranking mechanism across various topologies.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Data:</a:t>
            </a:r>
            <a:r>
              <a:rPr lang="en" sz="1300">
                <a:solidFill>
                  <a:schemeClr val="dk1"/>
                </a:solidFill>
                <a:latin typeface="Times"/>
                <a:ea typeface="Times"/>
                <a:cs typeface="Times"/>
                <a:sym typeface="Times"/>
              </a:rPr>
              <a:t> We generated multivariate time series data using the mixture model in the given equation with 5 dimensions </a:t>
            </a:r>
            <a:r>
              <a:rPr lang="en" sz="1300">
                <a:solidFill>
                  <a:schemeClr val="dk1"/>
                </a:solidFill>
                <a:latin typeface="Times"/>
                <a:ea typeface="Times"/>
                <a:cs typeface="Times"/>
                <a:sym typeface="Times"/>
              </a:rPr>
              <a:t>and </a:t>
            </a:r>
            <a:r>
              <a:rPr lang="en" sz="1300">
                <a:solidFill>
                  <a:schemeClr val="dk1"/>
                </a:solidFill>
                <a:latin typeface="Times"/>
                <a:ea typeface="Times"/>
                <a:cs typeface="Times"/>
                <a:sym typeface="Times"/>
              </a:rPr>
              <a:t>500 samples epoch lengths and 5000 samples for each scenario to understand temporal stability and variability in rankings.</a:t>
            </a:r>
            <a:endParaRPr sz="1300">
              <a:solidFill>
                <a:schemeClr val="dk1"/>
              </a:solidFill>
              <a:latin typeface="Times"/>
              <a:ea typeface="Times"/>
              <a:cs typeface="Times"/>
              <a:sym typeface="Times"/>
            </a:endParaRPr>
          </a:p>
          <a:p>
            <a:pPr indent="0" lvl="0" marL="0" rtl="0" algn="just">
              <a:spcBef>
                <a:spcPts val="1000"/>
              </a:spcBef>
              <a:spcAft>
                <a:spcPts val="0"/>
              </a:spcAft>
              <a:buNone/>
            </a:pPr>
            <a:r>
              <a:t/>
            </a:r>
            <a:endParaRPr sz="200">
              <a:solidFill>
                <a:schemeClr val="dk1"/>
              </a:solidFill>
              <a:latin typeface="Times"/>
              <a:ea typeface="Times"/>
              <a:cs typeface="Times"/>
              <a:sym typeface="Times"/>
            </a:endParaRPr>
          </a:p>
          <a:p>
            <a:pPr indent="0" lvl="0" marL="0" rtl="0" algn="just">
              <a:spcBef>
                <a:spcPts val="1000"/>
              </a:spcBef>
              <a:spcAft>
                <a:spcPts val="0"/>
              </a:spcAft>
              <a:buNone/>
            </a:pPr>
            <a:r>
              <a:rPr lang="en" sz="1300">
                <a:solidFill>
                  <a:schemeClr val="dk1"/>
                </a:solidFill>
                <a:latin typeface="Times"/>
                <a:ea typeface="Times"/>
                <a:cs typeface="Times"/>
                <a:sym typeface="Times"/>
              </a:rPr>
              <a:t>Where Y(t): observed multivariate process</a:t>
            </a:r>
            <a:endParaRPr sz="1300">
              <a:solidFill>
                <a:schemeClr val="dk1"/>
              </a:solidFill>
              <a:latin typeface="Times"/>
              <a:ea typeface="Times"/>
              <a:cs typeface="Times"/>
              <a:sym typeface="Times"/>
            </a:endParaRPr>
          </a:p>
          <a:p>
            <a:pPr indent="0" lvl="0" marL="0" rtl="0" algn="just">
              <a:spcBef>
                <a:spcPts val="1000"/>
              </a:spcBef>
              <a:spcAft>
                <a:spcPts val="0"/>
              </a:spcAft>
              <a:buNone/>
            </a:pPr>
            <a:r>
              <a:t/>
            </a:r>
            <a:endParaRPr sz="1300">
              <a:solidFill>
                <a:schemeClr val="dk1"/>
              </a:solidFill>
              <a:latin typeface="Times"/>
              <a:ea typeface="Times"/>
              <a:cs typeface="Times"/>
              <a:sym typeface="Times"/>
            </a:endParaRPr>
          </a:p>
          <a:p>
            <a:pPr indent="0" lvl="0" marL="0" rtl="0" algn="just">
              <a:spcBef>
                <a:spcPts val="1000"/>
              </a:spcBef>
              <a:spcAft>
                <a:spcPts val="0"/>
              </a:spcAft>
              <a:buNone/>
            </a:pPr>
            <a:r>
              <a:t/>
            </a:r>
            <a:endParaRPr sz="1300">
              <a:solidFill>
                <a:schemeClr val="dk1"/>
              </a:solidFill>
              <a:latin typeface="Times"/>
              <a:ea typeface="Times"/>
              <a:cs typeface="Times"/>
              <a:sym typeface="Times"/>
            </a:endParaRPr>
          </a:p>
          <a:p>
            <a:pPr indent="0" lvl="0" marL="0" rtl="0" algn="just">
              <a:spcBef>
                <a:spcPts val="1000"/>
              </a:spcBef>
              <a:spcAft>
                <a:spcPts val="1000"/>
              </a:spcAft>
              <a:buNone/>
            </a:pPr>
            <a:r>
              <a:t/>
            </a:r>
            <a:endParaRPr sz="1300">
              <a:solidFill>
                <a:schemeClr val="dk1"/>
              </a:solidFill>
              <a:latin typeface="Times"/>
              <a:ea typeface="Times"/>
              <a:cs typeface="Times"/>
              <a:sym typeface="Times"/>
            </a:endParaRPr>
          </a:p>
        </p:txBody>
      </p:sp>
      <p:pic>
        <p:nvPicPr>
          <p:cNvPr id="427" name="Google Shape;427;p35"/>
          <p:cNvPicPr preferRelativeResize="0"/>
          <p:nvPr/>
        </p:nvPicPr>
        <p:blipFill>
          <a:blip r:embed="rId3">
            <a:alphaModFix/>
          </a:blip>
          <a:stretch>
            <a:fillRect/>
          </a:stretch>
        </p:blipFill>
        <p:spPr>
          <a:xfrm>
            <a:off x="2779874" y="2809000"/>
            <a:ext cx="1836425" cy="306075"/>
          </a:xfrm>
          <a:prstGeom prst="rect">
            <a:avLst/>
          </a:prstGeom>
          <a:noFill/>
          <a:ln>
            <a:noFill/>
          </a:ln>
        </p:spPr>
      </p:pic>
      <p:grpSp>
        <p:nvGrpSpPr>
          <p:cNvPr id="428" name="Google Shape;428;p35"/>
          <p:cNvGrpSpPr/>
          <p:nvPr/>
        </p:nvGrpSpPr>
        <p:grpSpPr>
          <a:xfrm>
            <a:off x="458975" y="3185900"/>
            <a:ext cx="6864600" cy="926588"/>
            <a:chOff x="458975" y="3185900"/>
            <a:chExt cx="6864600" cy="926588"/>
          </a:xfrm>
        </p:grpSpPr>
        <p:grpSp>
          <p:nvGrpSpPr>
            <p:cNvPr id="429" name="Google Shape;429;p35"/>
            <p:cNvGrpSpPr/>
            <p:nvPr/>
          </p:nvGrpSpPr>
          <p:grpSpPr>
            <a:xfrm>
              <a:off x="458975" y="3185900"/>
              <a:ext cx="6864600" cy="926588"/>
              <a:chOff x="458950" y="3577400"/>
              <a:chExt cx="6864600" cy="926588"/>
            </a:xfrm>
          </p:grpSpPr>
          <p:sp>
            <p:nvSpPr>
              <p:cNvPr id="430" name="Google Shape;430;p35"/>
              <p:cNvSpPr txBox="1"/>
              <p:nvPr/>
            </p:nvSpPr>
            <p:spPr>
              <a:xfrm>
                <a:off x="458950" y="3577400"/>
                <a:ext cx="4881600" cy="384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000"/>
                  </a:spcAft>
                  <a:buNone/>
                </a:pPr>
                <a:r>
                  <a:rPr lang="en" sz="1300">
                    <a:solidFill>
                      <a:schemeClr val="dk1"/>
                    </a:solidFill>
                    <a:latin typeface="Times"/>
                    <a:ea typeface="Times"/>
                    <a:cs typeface="Times"/>
                    <a:sym typeface="Times"/>
                  </a:rPr>
                  <a:t>            </a:t>
                </a:r>
                <a:r>
                  <a:rPr lang="en" sz="1300">
                    <a:solidFill>
                      <a:schemeClr val="dk1"/>
                    </a:solidFill>
                    <a:latin typeface="Times"/>
                    <a:ea typeface="Times"/>
                    <a:cs typeface="Times"/>
                    <a:sym typeface="Times"/>
                  </a:rPr>
                  <a:t>Z(t) and E(t): multivariate standard gaussian processes</a:t>
                </a:r>
                <a:endParaRPr/>
              </a:p>
            </p:txBody>
          </p:sp>
          <p:sp>
            <p:nvSpPr>
              <p:cNvPr id="431" name="Google Shape;431;p35"/>
              <p:cNvSpPr txBox="1"/>
              <p:nvPr/>
            </p:nvSpPr>
            <p:spPr>
              <a:xfrm>
                <a:off x="458950" y="3790888"/>
                <a:ext cx="6864600" cy="713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300">
                    <a:solidFill>
                      <a:schemeClr val="dk1"/>
                    </a:solidFill>
                    <a:latin typeface="Times"/>
                    <a:ea typeface="Times"/>
                    <a:cs typeface="Times"/>
                    <a:sym typeface="Times"/>
                  </a:rPr>
                  <a:t>            </a:t>
                </a:r>
                <a:r>
                  <a:rPr lang="en" sz="1300">
                    <a:solidFill>
                      <a:schemeClr val="dk1"/>
                    </a:solidFill>
                    <a:latin typeface="Times"/>
                    <a:ea typeface="Times"/>
                    <a:cs typeface="Times"/>
                    <a:sym typeface="Times"/>
                  </a:rPr>
                  <a:t>Φ(t): the mixing matrix different for each scenario evaluated as the transpose of the </a:t>
                </a:r>
                <a:endParaRPr sz="1300">
                  <a:solidFill>
                    <a:schemeClr val="dk1"/>
                  </a:solidFill>
                  <a:latin typeface="Times"/>
                  <a:ea typeface="Times"/>
                  <a:cs typeface="Times"/>
                  <a:sym typeface="Times"/>
                </a:endParaRPr>
              </a:p>
              <a:p>
                <a:pPr indent="0" lvl="0" marL="0" rtl="0" algn="just">
                  <a:spcBef>
                    <a:spcPts val="1000"/>
                  </a:spcBef>
                  <a:spcAft>
                    <a:spcPts val="1000"/>
                  </a:spcAft>
                  <a:buNone/>
                </a:pPr>
                <a:r>
                  <a:rPr lang="en" sz="1300">
                    <a:solidFill>
                      <a:schemeClr val="dk1"/>
                    </a:solidFill>
                    <a:latin typeface="Times"/>
                    <a:ea typeface="Times"/>
                    <a:cs typeface="Times"/>
                    <a:sym typeface="Times"/>
                  </a:rPr>
                  <a:t>         </a:t>
                </a:r>
                <a:endParaRPr/>
              </a:p>
            </p:txBody>
          </p:sp>
        </p:grpSp>
        <p:sp>
          <p:nvSpPr>
            <p:cNvPr id="432" name="Google Shape;432;p35"/>
            <p:cNvSpPr txBox="1"/>
            <p:nvPr/>
          </p:nvSpPr>
          <p:spPr>
            <a:xfrm>
              <a:off x="951950" y="3603250"/>
              <a:ext cx="3000000" cy="384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000"/>
                </a:spcAft>
                <a:buNone/>
              </a:pPr>
              <a:r>
                <a:rPr lang="en" sz="1300">
                  <a:solidFill>
                    <a:schemeClr val="dk1"/>
                  </a:solidFill>
                  <a:latin typeface="Times"/>
                  <a:ea typeface="Times"/>
                  <a:cs typeface="Times"/>
                  <a:sym typeface="Times"/>
                </a:rPr>
                <a:t>adjacency matrix for the directed graphs.</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6"/>
          <p:cNvSpPr txBox="1"/>
          <p:nvPr>
            <p:ph type="title"/>
          </p:nvPr>
        </p:nvSpPr>
        <p:spPr>
          <a:xfrm>
            <a:off x="710525" y="268775"/>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900"/>
              <a:t>Results of Experiment</a:t>
            </a:r>
            <a:endParaRPr i="1" sz="1700"/>
          </a:p>
        </p:txBody>
      </p:sp>
      <p:pic>
        <p:nvPicPr>
          <p:cNvPr id="438" name="Google Shape;438;p36"/>
          <p:cNvPicPr preferRelativeResize="0"/>
          <p:nvPr/>
        </p:nvPicPr>
        <p:blipFill>
          <a:blip r:embed="rId3">
            <a:alphaModFix/>
          </a:blip>
          <a:stretch>
            <a:fillRect/>
          </a:stretch>
        </p:blipFill>
        <p:spPr>
          <a:xfrm>
            <a:off x="83925" y="999525"/>
            <a:ext cx="4753350" cy="3144425"/>
          </a:xfrm>
          <a:prstGeom prst="rect">
            <a:avLst/>
          </a:prstGeom>
          <a:noFill/>
          <a:ln>
            <a:noFill/>
          </a:ln>
        </p:spPr>
      </p:pic>
      <p:pic>
        <p:nvPicPr>
          <p:cNvPr id="439" name="Google Shape;439;p36"/>
          <p:cNvPicPr preferRelativeResize="0"/>
          <p:nvPr/>
        </p:nvPicPr>
        <p:blipFill>
          <a:blip r:embed="rId4">
            <a:alphaModFix/>
          </a:blip>
          <a:stretch>
            <a:fillRect/>
          </a:stretch>
        </p:blipFill>
        <p:spPr>
          <a:xfrm>
            <a:off x="4837275" y="1213863"/>
            <a:ext cx="4108124" cy="2715751"/>
          </a:xfrm>
          <a:prstGeom prst="rect">
            <a:avLst/>
          </a:prstGeom>
          <a:noFill/>
          <a:ln>
            <a:noFill/>
          </a:ln>
        </p:spPr>
      </p:pic>
      <p:sp>
        <p:nvSpPr>
          <p:cNvPr id="440" name="Google Shape;440;p36"/>
          <p:cNvSpPr txBox="1"/>
          <p:nvPr/>
        </p:nvSpPr>
        <p:spPr>
          <a:xfrm>
            <a:off x="0" y="4094100"/>
            <a:ext cx="9144000" cy="585000"/>
          </a:xfrm>
          <a:prstGeom prst="rect">
            <a:avLst/>
          </a:prstGeom>
          <a:noFill/>
          <a:ln>
            <a:noFill/>
          </a:ln>
        </p:spPr>
        <p:txBody>
          <a:bodyPr anchorCtr="0" anchor="t" bIns="91425" lIns="91425" spcFirstLastPara="1" rIns="91425" wrap="square" tIns="91425">
            <a:spAutoFit/>
          </a:bodyPr>
          <a:lstStyle/>
          <a:p>
            <a:pPr indent="-311150" lvl="0" marL="457200" marR="0" rtl="0" algn="just">
              <a:lnSpc>
                <a:spcPct val="100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CBTR ranking matches ground truth: e.g. stable top-down order in linear cases, inconsistent/fluctuating scores in cyclic cases.</a:t>
            </a:r>
            <a:endParaRPr sz="1300">
              <a:solidFill>
                <a:schemeClr val="dk1"/>
              </a:solidFill>
              <a:latin typeface="Times"/>
              <a:ea typeface="Times"/>
              <a:cs typeface="Times"/>
              <a:sym typeface="Times"/>
            </a:endParaRPr>
          </a:p>
          <a:p>
            <a:pPr indent="-311150" lvl="0" marL="457200" marR="0" rtl="0" algn="just">
              <a:lnSpc>
                <a:spcPct val="100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Confirms the method robustly uncovers the intended hierarchical patterns in different dependency structures.</a:t>
            </a:r>
            <a:endParaRPr sz="1300">
              <a:solidFill>
                <a:schemeClr val="dk1"/>
              </a:solidFill>
              <a:latin typeface="Times"/>
              <a:ea typeface="Times"/>
              <a:cs typeface="Times"/>
              <a:sym typeface="Time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7"/>
          <p:cNvSpPr txBox="1"/>
          <p:nvPr>
            <p:ph type="title"/>
          </p:nvPr>
        </p:nvSpPr>
        <p:spPr>
          <a:xfrm>
            <a:off x="725875" y="511025"/>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900"/>
              <a:t> EEG Data Analysis and Pipeline</a:t>
            </a:r>
            <a:endParaRPr i="1" sz="1700"/>
          </a:p>
        </p:txBody>
      </p:sp>
      <p:sp>
        <p:nvSpPr>
          <p:cNvPr id="446" name="Google Shape;446;p37"/>
          <p:cNvSpPr txBox="1"/>
          <p:nvPr/>
        </p:nvSpPr>
        <p:spPr>
          <a:xfrm>
            <a:off x="507525" y="1502750"/>
            <a:ext cx="4683000" cy="2685900"/>
          </a:xfrm>
          <a:prstGeom prst="rect">
            <a:avLst/>
          </a:prstGeom>
          <a:noFill/>
          <a:ln>
            <a:noFill/>
          </a:ln>
        </p:spPr>
        <p:txBody>
          <a:bodyPr anchorCtr="0" anchor="t" bIns="91425" lIns="91425" spcFirstLastPara="1" rIns="91425" wrap="square" tIns="91425">
            <a:spAutoFit/>
          </a:bodyPr>
          <a:lstStyle/>
          <a:p>
            <a:pPr indent="-311150" lvl="0" marL="457200" marR="0" rtl="0" algn="just">
              <a:lnSpc>
                <a:spcPct val="115000"/>
              </a:lnSpc>
              <a:spcBef>
                <a:spcPts val="0"/>
              </a:spcBef>
              <a:spcAft>
                <a:spcPts val="0"/>
              </a:spcAft>
              <a:buClr>
                <a:schemeClr val="dk1"/>
              </a:buClr>
              <a:buSzPts val="1300"/>
              <a:buFont typeface="Times"/>
              <a:buChar char="●"/>
            </a:pPr>
            <a:r>
              <a:rPr b="1" lang="en" sz="1300">
                <a:solidFill>
                  <a:schemeClr val="dk1"/>
                </a:solidFill>
                <a:latin typeface="Times"/>
                <a:ea typeface="Times"/>
                <a:cs typeface="Times"/>
                <a:sym typeface="Times"/>
              </a:rPr>
              <a:t>Dataset:</a:t>
            </a:r>
            <a:r>
              <a:rPr lang="en" sz="1300">
                <a:solidFill>
                  <a:schemeClr val="dk1"/>
                </a:solidFill>
                <a:latin typeface="Times"/>
                <a:ea typeface="Times"/>
                <a:cs typeface="Times"/>
                <a:sym typeface="Times"/>
              </a:rPr>
              <a:t> 19-channel neonatal EEG from 79 infants (NICU). Seizures are expertly annotated; we restrict analysis to epochs that were consistently labeled seizure or non-seizure.</a:t>
            </a:r>
            <a:endParaRPr sz="1300">
              <a:solidFill>
                <a:schemeClr val="dk1"/>
              </a:solidFill>
              <a:latin typeface="Times"/>
              <a:ea typeface="Times"/>
              <a:cs typeface="Times"/>
              <a:sym typeface="Times"/>
            </a:endParaRPr>
          </a:p>
          <a:p>
            <a:pPr indent="-311150" lvl="0" marL="457200" marR="0" rtl="0" algn="just">
              <a:lnSpc>
                <a:spcPct val="115000"/>
              </a:lnSpc>
              <a:spcBef>
                <a:spcPts val="0"/>
              </a:spcBef>
              <a:spcAft>
                <a:spcPts val="0"/>
              </a:spcAft>
              <a:buClr>
                <a:schemeClr val="dk1"/>
              </a:buClr>
              <a:buSzPts val="1300"/>
              <a:buFont typeface="Times"/>
              <a:buChar char="●"/>
            </a:pPr>
            <a:r>
              <a:rPr b="1" lang="en" sz="1300">
                <a:solidFill>
                  <a:schemeClr val="dk1"/>
                </a:solidFill>
                <a:latin typeface="Times"/>
                <a:ea typeface="Times"/>
                <a:cs typeface="Times"/>
                <a:sym typeface="Times"/>
              </a:rPr>
              <a:t>Preprocessing:</a:t>
            </a:r>
            <a:r>
              <a:rPr lang="en" sz="1300">
                <a:solidFill>
                  <a:schemeClr val="dk1"/>
                </a:solidFill>
                <a:latin typeface="Times"/>
                <a:ea typeface="Times"/>
                <a:cs typeface="Times"/>
                <a:sym typeface="Times"/>
              </a:rPr>
              <a:t> We worked on first differences of the EEG (Δxₜ = xₜ − xₜ₋₁) computed on short epochs to reduce strong autocorrelation and suppress spurious lagged dependencies.</a:t>
            </a:r>
            <a:endParaRPr sz="1300">
              <a:solidFill>
                <a:schemeClr val="dk1"/>
              </a:solidFill>
              <a:latin typeface="Times"/>
              <a:ea typeface="Times"/>
              <a:cs typeface="Times"/>
              <a:sym typeface="Times"/>
            </a:endParaRPr>
          </a:p>
          <a:p>
            <a:pPr indent="-311150" lvl="0" marL="457200" marR="0" rtl="0" algn="just">
              <a:lnSpc>
                <a:spcPct val="115000"/>
              </a:lnSpc>
              <a:spcBef>
                <a:spcPts val="0"/>
              </a:spcBef>
              <a:spcAft>
                <a:spcPts val="0"/>
              </a:spcAft>
              <a:buClr>
                <a:schemeClr val="dk1"/>
              </a:buClr>
              <a:buSzPts val="1300"/>
              <a:buFont typeface="Times"/>
              <a:buChar char="●"/>
            </a:pPr>
            <a:r>
              <a:rPr b="1" lang="en" sz="1300">
                <a:solidFill>
                  <a:schemeClr val="dk1"/>
                </a:solidFill>
                <a:latin typeface="Times"/>
                <a:ea typeface="Times"/>
                <a:cs typeface="Times"/>
                <a:sym typeface="Times"/>
              </a:rPr>
              <a:t>Analysis pipeline:</a:t>
            </a:r>
            <a:r>
              <a:rPr lang="en" sz="1300">
                <a:solidFill>
                  <a:schemeClr val="dk1"/>
                </a:solidFill>
                <a:latin typeface="Times"/>
                <a:ea typeface="Times"/>
                <a:cs typeface="Times"/>
                <a:sym typeface="Times"/>
              </a:rPr>
              <a:t> Per subject, estimate directed (effective) connectivity with PCMCI, compute net directional flows and apply Hodge decomposition / CBTR to produce per-channel ranking scores for each epoch; compare ranking scores from 20 seizure vs 20 non-seizure epochs using t-tests.</a:t>
            </a:r>
            <a:endParaRPr sz="1300">
              <a:solidFill>
                <a:schemeClr val="dk1"/>
              </a:solidFill>
              <a:latin typeface="Times"/>
              <a:ea typeface="Times"/>
              <a:cs typeface="Times"/>
              <a:sym typeface="Times"/>
            </a:endParaRPr>
          </a:p>
        </p:txBody>
      </p:sp>
      <p:pic>
        <p:nvPicPr>
          <p:cNvPr id="447" name="Google Shape;447;p37"/>
          <p:cNvPicPr preferRelativeResize="0"/>
          <p:nvPr/>
        </p:nvPicPr>
        <p:blipFill>
          <a:blip r:embed="rId3">
            <a:alphaModFix/>
          </a:blip>
          <a:stretch>
            <a:fillRect/>
          </a:stretch>
        </p:blipFill>
        <p:spPr>
          <a:xfrm>
            <a:off x="5648750" y="1943100"/>
            <a:ext cx="2787975" cy="1605325"/>
          </a:xfrm>
          <a:prstGeom prst="rect">
            <a:avLst/>
          </a:prstGeom>
          <a:noFill/>
          <a:ln>
            <a:noFill/>
          </a:ln>
        </p:spPr>
      </p:pic>
      <p:sp>
        <p:nvSpPr>
          <p:cNvPr id="448" name="Google Shape;448;p37"/>
          <p:cNvSpPr txBox="1"/>
          <p:nvPr/>
        </p:nvSpPr>
        <p:spPr>
          <a:xfrm>
            <a:off x="5946088" y="1447050"/>
            <a:ext cx="2193300" cy="3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Times"/>
                <a:ea typeface="Times"/>
                <a:cs typeface="Times"/>
                <a:sym typeface="Times"/>
              </a:rPr>
              <a:t>EEG Dataset Info</a:t>
            </a:r>
            <a:endParaRPr sz="1300">
              <a:solidFill>
                <a:schemeClr val="dk1"/>
              </a:solidFill>
              <a:latin typeface="Times"/>
              <a:ea typeface="Times"/>
              <a:cs typeface="Times"/>
              <a:sym typeface="Time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8"/>
          <p:cNvSpPr txBox="1"/>
          <p:nvPr>
            <p:ph type="title"/>
          </p:nvPr>
        </p:nvSpPr>
        <p:spPr>
          <a:xfrm>
            <a:off x="710525" y="268775"/>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900"/>
              <a:t>Results on EEG Data</a:t>
            </a:r>
            <a:endParaRPr i="1" sz="1700"/>
          </a:p>
        </p:txBody>
      </p:sp>
      <p:sp>
        <p:nvSpPr>
          <p:cNvPr id="454" name="Google Shape;454;p38"/>
          <p:cNvSpPr txBox="1"/>
          <p:nvPr/>
        </p:nvSpPr>
        <p:spPr>
          <a:xfrm>
            <a:off x="0" y="965375"/>
            <a:ext cx="6325200" cy="384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000"/>
              </a:spcAft>
              <a:buNone/>
            </a:pPr>
            <a:r>
              <a:t/>
            </a:r>
            <a:endParaRPr sz="1300">
              <a:solidFill>
                <a:schemeClr val="dk1"/>
              </a:solidFill>
              <a:latin typeface="Times"/>
              <a:ea typeface="Times"/>
              <a:cs typeface="Times"/>
              <a:sym typeface="Times"/>
            </a:endParaRPr>
          </a:p>
        </p:txBody>
      </p:sp>
      <p:pic>
        <p:nvPicPr>
          <p:cNvPr id="455" name="Google Shape;455;p38"/>
          <p:cNvPicPr preferRelativeResize="0"/>
          <p:nvPr/>
        </p:nvPicPr>
        <p:blipFill>
          <a:blip r:embed="rId3">
            <a:alphaModFix/>
          </a:blip>
          <a:stretch>
            <a:fillRect/>
          </a:stretch>
        </p:blipFill>
        <p:spPr>
          <a:xfrm>
            <a:off x="237325" y="1097625"/>
            <a:ext cx="4105775" cy="2127125"/>
          </a:xfrm>
          <a:prstGeom prst="rect">
            <a:avLst/>
          </a:prstGeom>
          <a:noFill/>
          <a:ln>
            <a:noFill/>
          </a:ln>
        </p:spPr>
      </p:pic>
      <p:pic>
        <p:nvPicPr>
          <p:cNvPr id="456" name="Google Shape;456;p38"/>
          <p:cNvPicPr preferRelativeResize="0"/>
          <p:nvPr/>
        </p:nvPicPr>
        <p:blipFill>
          <a:blip r:embed="rId4">
            <a:alphaModFix/>
          </a:blip>
          <a:stretch>
            <a:fillRect/>
          </a:stretch>
        </p:blipFill>
        <p:spPr>
          <a:xfrm>
            <a:off x="4656475" y="965363"/>
            <a:ext cx="4215851" cy="2235250"/>
          </a:xfrm>
          <a:prstGeom prst="rect">
            <a:avLst/>
          </a:prstGeom>
          <a:noFill/>
          <a:ln>
            <a:noFill/>
          </a:ln>
        </p:spPr>
      </p:pic>
      <p:sp>
        <p:nvSpPr>
          <p:cNvPr id="457" name="Google Shape;457;p38"/>
          <p:cNvSpPr txBox="1"/>
          <p:nvPr/>
        </p:nvSpPr>
        <p:spPr>
          <a:xfrm>
            <a:off x="4656450" y="3264050"/>
            <a:ext cx="4215900" cy="3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Times"/>
                <a:ea typeface="Times"/>
                <a:cs typeface="Times"/>
                <a:sym typeface="Times"/>
              </a:rPr>
              <a:t>Channels with most significant shifts in Ranking Scores</a:t>
            </a:r>
            <a:endParaRPr sz="1000">
              <a:solidFill>
                <a:schemeClr val="dk1"/>
              </a:solidFill>
              <a:latin typeface="Times"/>
              <a:ea typeface="Times"/>
              <a:cs typeface="Times"/>
              <a:sym typeface="Times"/>
            </a:endParaRPr>
          </a:p>
        </p:txBody>
      </p:sp>
      <p:sp>
        <p:nvSpPr>
          <p:cNvPr id="458" name="Google Shape;458;p38"/>
          <p:cNvSpPr txBox="1"/>
          <p:nvPr/>
        </p:nvSpPr>
        <p:spPr>
          <a:xfrm>
            <a:off x="0" y="3264050"/>
            <a:ext cx="4687800" cy="46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Times"/>
                <a:ea typeface="Times"/>
                <a:cs typeface="Times"/>
                <a:sym typeface="Times"/>
              </a:rPr>
              <a:t>First Differencing Reduces Strong Autocorrelation and Spurious Causal Relationships </a:t>
            </a:r>
            <a:endParaRPr sz="1000">
              <a:solidFill>
                <a:schemeClr val="dk1"/>
              </a:solidFill>
              <a:latin typeface="Times"/>
              <a:ea typeface="Times"/>
              <a:cs typeface="Times"/>
              <a:sym typeface="Times"/>
            </a:endParaRPr>
          </a:p>
        </p:txBody>
      </p:sp>
      <p:sp>
        <p:nvSpPr>
          <p:cNvPr id="459" name="Google Shape;459;p38"/>
          <p:cNvSpPr txBox="1"/>
          <p:nvPr/>
        </p:nvSpPr>
        <p:spPr>
          <a:xfrm>
            <a:off x="307800" y="3648950"/>
            <a:ext cx="8528400" cy="923400"/>
          </a:xfrm>
          <a:prstGeom prst="rect">
            <a:avLst/>
          </a:prstGeom>
          <a:noFill/>
          <a:ln>
            <a:noFill/>
          </a:ln>
        </p:spPr>
        <p:txBody>
          <a:bodyPr anchorCtr="0" anchor="t" bIns="91425" lIns="91425" spcFirstLastPara="1" rIns="91425" wrap="square" tIns="91425">
            <a:spAutoFit/>
          </a:bodyPr>
          <a:lstStyle/>
          <a:p>
            <a:pPr indent="-304800" lvl="0" marL="457200" rtl="0" algn="just">
              <a:spcBef>
                <a:spcPts val="0"/>
              </a:spcBef>
              <a:spcAft>
                <a:spcPts val="0"/>
              </a:spcAft>
              <a:buClr>
                <a:schemeClr val="dk1"/>
              </a:buClr>
              <a:buSzPts val="1200"/>
              <a:buFont typeface="Times"/>
              <a:buChar char="●"/>
            </a:pPr>
            <a:r>
              <a:rPr lang="en" sz="1200">
                <a:solidFill>
                  <a:schemeClr val="dk1"/>
                </a:solidFill>
                <a:latin typeface="Times"/>
                <a:ea typeface="Times"/>
                <a:cs typeface="Times"/>
                <a:sym typeface="Times"/>
              </a:rPr>
              <a:t>Several channels show statistically significant shifts in their ranking during seizures (very small p-values). Example subjects display clear channel-level changes where particular electrodes gain or lose hierarchical influence during seizures.</a:t>
            </a:r>
            <a:endParaRPr sz="1200">
              <a:solidFill>
                <a:schemeClr val="dk1"/>
              </a:solidFill>
              <a:latin typeface="Times"/>
              <a:ea typeface="Times"/>
              <a:cs typeface="Times"/>
              <a:sym typeface="Times"/>
            </a:endParaRPr>
          </a:p>
          <a:p>
            <a:pPr indent="-304800" lvl="0" marL="457200" rtl="0" algn="just">
              <a:spcBef>
                <a:spcPts val="0"/>
              </a:spcBef>
              <a:spcAft>
                <a:spcPts val="0"/>
              </a:spcAft>
              <a:buClr>
                <a:schemeClr val="dk1"/>
              </a:buClr>
              <a:buSzPts val="1200"/>
              <a:buFont typeface="Times"/>
              <a:buChar char="●"/>
            </a:pPr>
            <a:r>
              <a:rPr lang="en" sz="1200">
                <a:solidFill>
                  <a:schemeClr val="dk1"/>
                </a:solidFill>
                <a:latin typeface="Times"/>
                <a:ea typeface="Times"/>
                <a:cs typeface="Times"/>
                <a:sym typeface="Times"/>
              </a:rPr>
              <a:t>W</a:t>
            </a:r>
            <a:r>
              <a:rPr lang="en" sz="1200">
                <a:solidFill>
                  <a:schemeClr val="dk1"/>
                </a:solidFill>
                <a:latin typeface="Times"/>
                <a:ea typeface="Times"/>
                <a:cs typeface="Times"/>
                <a:sym typeface="Times"/>
              </a:rPr>
              <a:t>ith first-differencing preprocessing, CBTR pinpoints the channels most affected and therefore helps localize seizure-related reorganization in neonatal EEG.</a:t>
            </a:r>
            <a:endParaRPr sz="1200">
              <a:solidFill>
                <a:schemeClr val="dk1"/>
              </a:solidFill>
              <a:latin typeface="Times"/>
              <a:ea typeface="Times"/>
              <a:cs typeface="Times"/>
              <a:sym typeface="Time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9"/>
          <p:cNvSpPr txBox="1"/>
          <p:nvPr>
            <p:ph type="title"/>
          </p:nvPr>
        </p:nvSpPr>
        <p:spPr>
          <a:xfrm>
            <a:off x="316625" y="540250"/>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Conclusions</a:t>
            </a:r>
            <a:endParaRPr i="1" sz="1800"/>
          </a:p>
        </p:txBody>
      </p:sp>
      <p:sp>
        <p:nvSpPr>
          <p:cNvPr id="465" name="Google Shape;465;p39"/>
          <p:cNvSpPr txBox="1"/>
          <p:nvPr>
            <p:ph idx="1" type="body"/>
          </p:nvPr>
        </p:nvSpPr>
        <p:spPr>
          <a:xfrm>
            <a:off x="507550" y="1434250"/>
            <a:ext cx="7853400" cy="30450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Seizures reconfigure the brain’s directional hierarchy — some regions become stronger net drivers while others are suppressed. </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Novel framework:</a:t>
            </a:r>
            <a:r>
              <a:rPr lang="en" sz="1300">
                <a:solidFill>
                  <a:schemeClr val="dk1"/>
                </a:solidFill>
                <a:latin typeface="Times"/>
                <a:ea typeface="Times"/>
                <a:cs typeface="Times"/>
                <a:sym typeface="Times"/>
              </a:rPr>
              <a:t> CBTR uniquely integrates causal inference with Hodge decomposition to study effective (directed) brain connectivity. It provides node rankings based on mutual causal influence, offering a new view of complex brain dynamics.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Validation:</a:t>
            </a:r>
            <a:r>
              <a:rPr lang="en" sz="1300">
                <a:solidFill>
                  <a:schemeClr val="dk1"/>
                </a:solidFill>
                <a:latin typeface="Times"/>
                <a:ea typeface="Times"/>
                <a:cs typeface="Times"/>
                <a:sym typeface="Times"/>
              </a:rPr>
              <a:t> Simulations show CBTR reliably identifies known hierarchical structures in multivariate time series.</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EEG insights:</a:t>
            </a:r>
            <a:r>
              <a:rPr lang="en" sz="1300">
                <a:solidFill>
                  <a:schemeClr val="dk1"/>
                </a:solidFill>
                <a:latin typeface="Times"/>
                <a:ea typeface="Times"/>
                <a:cs typeface="Times"/>
                <a:sym typeface="Times"/>
              </a:rPr>
              <a:t> Application to neonatal seizures revealed which brain regions change hierarchy during seizures, offering deeper understanding of seizure impacts. </a:t>
            </a:r>
            <a:endParaRPr sz="1300">
              <a:solidFill>
                <a:schemeClr val="dk1"/>
              </a:solidFill>
              <a:latin typeface="Times"/>
              <a:ea typeface="Times"/>
              <a:cs typeface="Times"/>
              <a:sym typeface="Times"/>
            </a:endParaRPr>
          </a:p>
          <a:p>
            <a:pPr indent="-311150" lvl="0" marL="457200" rtl="0" algn="just">
              <a:spcBef>
                <a:spcPts val="0"/>
              </a:spcBef>
              <a:spcAft>
                <a:spcPts val="0"/>
              </a:spcAft>
              <a:buClr>
                <a:schemeClr val="dk1"/>
              </a:buClr>
              <a:buSzPts val="1300"/>
              <a:buFont typeface="Times"/>
              <a:buChar char="●"/>
            </a:pPr>
            <a:r>
              <a:rPr b="1" lang="en" sz="1300" u="sng">
                <a:solidFill>
                  <a:schemeClr val="dk1"/>
                </a:solidFill>
                <a:latin typeface="Times"/>
                <a:ea typeface="Times"/>
                <a:cs typeface="Times"/>
                <a:sym typeface="Times"/>
              </a:rPr>
              <a:t>Clinical potential:</a:t>
            </a:r>
            <a:r>
              <a:rPr lang="en" sz="1300">
                <a:solidFill>
                  <a:schemeClr val="dk1"/>
                </a:solidFill>
                <a:latin typeface="Times"/>
                <a:ea typeface="Times"/>
                <a:cs typeface="Times"/>
                <a:sym typeface="Times"/>
              </a:rPr>
              <a:t> By highlighting directed drivers of seizures, this method </a:t>
            </a:r>
            <a:r>
              <a:rPr lang="en" sz="1300">
                <a:solidFill>
                  <a:schemeClr val="dk1"/>
                </a:solidFill>
                <a:latin typeface="Times"/>
                <a:ea typeface="Times"/>
                <a:cs typeface="Times"/>
                <a:sym typeface="Times"/>
              </a:rPr>
              <a:t>pinpoints the channels most affected and therefore helps localize seizure-related reorganization in neonatal EEG.</a:t>
            </a:r>
            <a:endParaRPr sz="1100">
              <a:solidFill>
                <a:srgbClr val="000000"/>
              </a:solidFill>
              <a:latin typeface="Arial"/>
              <a:ea typeface="Arial"/>
              <a:cs typeface="Arial"/>
              <a:sym typeface="Arial"/>
            </a:endParaRPr>
          </a:p>
          <a:p>
            <a:pPr indent="0" lvl="0" marL="0" rtl="0" algn="just">
              <a:spcBef>
                <a:spcPts val="1000"/>
              </a:spcBef>
              <a:spcAft>
                <a:spcPts val="1000"/>
              </a:spcAft>
              <a:buNone/>
            </a:pPr>
            <a:r>
              <a:t/>
            </a:r>
            <a:endParaRPr sz="1300">
              <a:solidFill>
                <a:schemeClr val="dk1"/>
              </a:solidFill>
              <a:latin typeface="Times"/>
              <a:ea typeface="Times"/>
              <a:cs typeface="Times"/>
              <a:sym typeface="Time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0"/>
          <p:cNvSpPr txBox="1"/>
          <p:nvPr>
            <p:ph type="title"/>
          </p:nvPr>
        </p:nvSpPr>
        <p:spPr>
          <a:xfrm>
            <a:off x="370375" y="540250"/>
            <a:ext cx="6864600" cy="89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Future Work</a:t>
            </a:r>
            <a:endParaRPr i="1" sz="1800"/>
          </a:p>
        </p:txBody>
      </p:sp>
      <p:sp>
        <p:nvSpPr>
          <p:cNvPr id="471" name="Google Shape;471;p40"/>
          <p:cNvSpPr txBox="1"/>
          <p:nvPr>
            <p:ph idx="1" type="body"/>
          </p:nvPr>
        </p:nvSpPr>
        <p:spPr>
          <a:xfrm>
            <a:off x="316625" y="1434250"/>
            <a:ext cx="6579900" cy="3045000"/>
          </a:xfrm>
          <a:prstGeom prst="rect">
            <a:avLst/>
          </a:prstGeom>
        </p:spPr>
        <p:txBody>
          <a:bodyPr anchorCtr="0" anchor="t" bIns="91425" lIns="91425" spcFirstLastPara="1" rIns="91425" wrap="square" tIns="91425">
            <a:noAutofit/>
          </a:bodyPr>
          <a:lstStyle/>
          <a:p>
            <a:pPr indent="-311150" lvl="0" marL="457200" marR="0" rtl="0" algn="just">
              <a:lnSpc>
                <a:spcPct val="100000"/>
              </a:lnSpc>
              <a:spcBef>
                <a:spcPts val="0"/>
              </a:spcBef>
              <a:spcAft>
                <a:spcPts val="0"/>
              </a:spcAft>
              <a:buClr>
                <a:schemeClr val="dk1"/>
              </a:buClr>
              <a:buSzPts val="1300"/>
              <a:buFont typeface="Times"/>
              <a:buChar char="●"/>
            </a:pPr>
            <a:r>
              <a:rPr lang="en" sz="1300">
                <a:solidFill>
                  <a:schemeClr val="dk1"/>
                </a:solidFill>
                <a:latin typeface="Times"/>
                <a:ea typeface="Times"/>
                <a:cs typeface="Times"/>
                <a:sym typeface="Times"/>
              </a:rPr>
              <a:t>Incorporate Homology Based Methods for Topological Ranking.</a:t>
            </a:r>
            <a:endParaRPr sz="1300">
              <a:solidFill>
                <a:schemeClr val="dk1"/>
              </a:solidFill>
              <a:latin typeface="Times"/>
              <a:ea typeface="Times"/>
              <a:cs typeface="Times"/>
              <a:sym typeface="Times"/>
            </a:endParaRPr>
          </a:p>
          <a:p>
            <a:pPr indent="0" lvl="0" marL="0" marR="0" rtl="0" algn="just">
              <a:lnSpc>
                <a:spcPct val="100000"/>
              </a:lnSpc>
              <a:spcBef>
                <a:spcPts val="1000"/>
              </a:spcBef>
              <a:spcAft>
                <a:spcPts val="0"/>
              </a:spcAft>
              <a:buNone/>
            </a:pPr>
            <a:r>
              <a:t/>
            </a:r>
            <a:endParaRPr sz="100">
              <a:solidFill>
                <a:schemeClr val="dk1"/>
              </a:solidFill>
              <a:latin typeface="Times"/>
              <a:ea typeface="Times"/>
              <a:cs typeface="Times"/>
              <a:sym typeface="Times"/>
            </a:endParaRPr>
          </a:p>
          <a:p>
            <a:pPr indent="-311150" lvl="0" marL="457200" marR="0" rtl="0" algn="just">
              <a:lnSpc>
                <a:spcPct val="100000"/>
              </a:lnSpc>
              <a:spcBef>
                <a:spcPts val="1000"/>
              </a:spcBef>
              <a:spcAft>
                <a:spcPts val="0"/>
              </a:spcAft>
              <a:buClr>
                <a:schemeClr val="dk1"/>
              </a:buClr>
              <a:buSzPts val="1300"/>
              <a:buFont typeface="Times"/>
              <a:buChar char="●"/>
            </a:pPr>
            <a:r>
              <a:rPr lang="en" sz="1300">
                <a:solidFill>
                  <a:schemeClr val="dk1"/>
                </a:solidFill>
                <a:latin typeface="Times"/>
                <a:ea typeface="Times"/>
                <a:cs typeface="Times"/>
                <a:sym typeface="Times"/>
              </a:rPr>
              <a:t>Apply CBTR more broadly to epilepsy data to refine seizure localization and dynamics.</a:t>
            </a:r>
            <a:br>
              <a:rPr lang="en" sz="1300">
                <a:solidFill>
                  <a:schemeClr val="dk1"/>
                </a:solidFill>
                <a:latin typeface="Times"/>
                <a:ea typeface="Times"/>
                <a:cs typeface="Times"/>
                <a:sym typeface="Times"/>
              </a:rPr>
            </a:br>
            <a:endParaRPr sz="1100">
              <a:solidFill>
                <a:srgbClr val="000000"/>
              </a:solidFill>
              <a:latin typeface="Arial"/>
              <a:ea typeface="Arial"/>
              <a:cs typeface="Arial"/>
              <a:sym typeface="Arial"/>
            </a:endParaRPr>
          </a:p>
          <a:p>
            <a:pPr indent="0" lvl="0" marL="0" rtl="0" algn="just">
              <a:spcBef>
                <a:spcPts val="1000"/>
              </a:spcBef>
              <a:spcAft>
                <a:spcPts val="1000"/>
              </a:spcAft>
              <a:buNone/>
            </a:pPr>
            <a:r>
              <a:t/>
            </a:r>
            <a:endParaRPr sz="1300">
              <a:solidFill>
                <a:schemeClr val="dk1"/>
              </a:solidFill>
              <a:latin typeface="Times"/>
              <a:ea typeface="Times"/>
              <a:cs typeface="Times"/>
              <a:sym typeface="Time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1"/>
          <p:cNvSpPr txBox="1"/>
          <p:nvPr>
            <p:ph type="title"/>
          </p:nvPr>
        </p:nvSpPr>
        <p:spPr>
          <a:xfrm>
            <a:off x="2050244" y="2074450"/>
            <a:ext cx="5177100" cy="5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Conference Style Presentation By Slidesgo">
  <a:themeElements>
    <a:clrScheme name="Simple Light">
      <a:dk1>
        <a:srgbClr val="5C5948"/>
      </a:dk1>
      <a:lt1>
        <a:srgbClr val="FFFFFF"/>
      </a:lt1>
      <a:dk2>
        <a:srgbClr val="C0B39D"/>
      </a:dk2>
      <a:lt2>
        <a:srgbClr val="C1BFA8"/>
      </a:lt2>
      <a:accent1>
        <a:srgbClr val="CEC2C0"/>
      </a:accent1>
      <a:accent2>
        <a:srgbClr val="E0CC97"/>
      </a:accent2>
      <a:accent3>
        <a:srgbClr val="FFFFFF"/>
      </a:accent3>
      <a:accent4>
        <a:srgbClr val="FFFFFF"/>
      </a:accent4>
      <a:accent5>
        <a:srgbClr val="FFFFFF"/>
      </a:accent5>
      <a:accent6>
        <a:srgbClr val="FFFFFF"/>
      </a:accent6>
      <a:hlink>
        <a:srgbClr val="5C59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